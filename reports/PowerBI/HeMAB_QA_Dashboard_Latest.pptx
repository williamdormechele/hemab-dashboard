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Override PartName="/ppt/slides/slide2.xml" ContentType="application/vnd.openxmlformats-officedocument.presentationml.slide+xml"/>
  <Override PartName="/ppt/notesSlides/notesSlide.xml" ContentType="application/vnd.openxmlformats-officedocument.presentationml.notesSlide+xml"/>
  <Override PartName="/ppt/slides/slide3.xml" ContentType="application/vnd.openxmlformats-officedocument.presentationml.slide+xml"/>
  <Override PartName="/ppt/notesSlides/notesSlide2.xml" ContentType="application/vnd.openxmlformats-officedocument.presentationml.notesSlide+xml"/>
  <Override PartName="/ppt/slides/slide4.xml" ContentType="application/vnd.openxmlformats-officedocument.presentationml.slide+xml"/>
  <Override PartName="/ppt/notesSlides/notesSlide3.xml" ContentType="application/vnd.openxmlformats-officedocument.presentationml.notesSlide+xml"/>
  <Override PartName="/ppt/slides/slide5.xml" ContentType="application/vnd.openxmlformats-officedocument.presentationml.slide+xml"/>
  <Override PartName="/ppt/notesSlides/notesSlide4.xml" ContentType="application/vnd.openxmlformats-officedocument.presentationml.notesSlide+xml"/>
  <Override PartName="/ppt/slides/slide6.xml" ContentType="application/vnd.openxmlformats-officedocument.presentationml.slide+xml"/>
  <Override PartName="/ppt/notesSlides/notesSlide5.xml" ContentType="application/vnd.openxmlformats-officedocument.presentationml.notesSlide+xml"/>
  <Override PartName="/ppt/slides/slide7.xml" ContentType="application/vnd.openxmlformats-officedocument.presentationml.slide+xml"/>
  <Override PartName="/ppt/notesSlides/notesSlide6.xml" ContentType="application/vnd.openxmlformats-officedocument.presentationml.notesSlide+xml"/>
  <Override PartName="/ppt/slides/slide8.xml" ContentType="application/vnd.openxmlformats-officedocument.presentationml.slide+xml"/>
  <Override PartName="/ppt/notesSlides/notesSlide7.xml" ContentType="application/vnd.openxmlformats-officedocument.presentationml.notesSlide+xml"/>
  <Override PartName="/ppt/slides/slide9.xml" ContentType="application/vnd.openxmlformats-officedocument.presentationml.slide+xml"/>
  <Override PartName="/ppt/notesSlides/notesSlide8.xml" ContentType="application/vnd.openxmlformats-officedocument.presentationml.notesSlide+xml"/>
  <Override PartName="/ppt/slides/slidea.xml" ContentType="application/vnd.openxmlformats-officedocument.presentationml.slide+xml"/>
  <Override PartName="/ppt/notesSlides/notesSlide9.xml" ContentType="application/vnd.openxmlformats-officedocument.presentationml.notesSlide+xml"/>
  <Override PartName="/ppt/slides/slideb.xml" ContentType="application/vnd.openxmlformats-officedocument.presentationml.slide+xml"/>
  <Override PartName="/ppt/notesSlides/notesSlidea.xml" ContentType="application/vnd.openxmlformats-officedocument.presentationml.notesSlide+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p15="http://schemas.microsoft.com/office/powerpoint/2012/main" xmlns:a="http://schemas.openxmlformats.org/drawingml/2006/main" xmlns:r="http://schemas.openxmlformats.org/officeDocument/2006/relationships" xmlns:p="http://schemas.openxmlformats.org/presentationml/2006/main" saveSubsetFonts="1" autoCompressPictures="0">
  <p:sldMasterIdLst>
    <p:sldMasterId id="2147483660" r:id="rId1"/>
  </p:sldMasterIdLst>
  <p:sldIdLst>
    <p:sldId id="256" r:id="rId2"/>
    <p:sldId id="257" r:id="RelId0"/>
    <p:sldId id="258" r:id="RelId1"/>
    <p:sldId id="259" r:id="RelId2"/>
    <p:sldId id="260" r:id="RelId3"/>
    <p:sldId id="261" r:id="RelId4"/>
    <p:sldId id="262" r:id="RelId5"/>
    <p:sldId id="263" r:id="RelId6"/>
    <p:sldId id="264" r:id="RelId7"/>
    <p:sldId id="265" r:id="RelId8"/>
    <p:sldId id="266" r:id="RelId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3C910"/>
    <a:srgbClr val="D9D9D9"/>
    <a:srgbClr val="D3D3D3"/>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showOutlineIcons="0">
    <p:restoredLeft sz="34580" autoAdjust="0"/>
    <p:restoredTop sz="86410" autoAdjust="0"/>
  </p:normalViewPr>
  <p:slideViewPr>
    <p:cSldViewPr snapToGrid="0" snapToObjects="1">
      <p:cViewPr varScale="1">
        <p:scale>
          <a:sx n="72" d="100"/>
          <a:sy n="72" d="100"/>
        </p:scale>
        <p:origin x="84" y="756"/>
      </p:cViewPr>
      <p:guideLst/>
    </p:cSldViewPr>
  </p:slideViewPr>
  <p:outlineViewPr>
    <p:cViewPr>
      <p:scale>
        <a:sx n="33" d="100"/>
        <a:sy n="33" d="100"/>
      </p:scale>
      <p:origin x="0" y="0"/>
    </p:cViewPr>
  </p:outlineViewPr>
  <p:notesTextViewPr>
    <p:cViewPr>
      <p:scale>
        <a:sx n="1" d="1"/>
        <a:sy n="1" d="1"/>
      </p:scale>
      <p:origin x="0" y="0"/>
    </p:cViewPr>
  </p:notesTextViewPr>
  <p:gridSpacing cx="76200" cy="76200"/>
</p:viewPr>
</file>

<file path=ppt/_rels/presentation.xml.rels>&#65279;<?xml version="1.0" encoding="utf-8"?><Relationships xmlns="http://schemas.openxmlformats.org/package/2006/relationships"><Relationship Type="http://schemas.openxmlformats.org/officeDocument/2006/relationships/presProps" Target="presProps.xml" Id="rId3" /><Relationship Type="http://schemas.openxmlformats.org/officeDocument/2006/relationships/slide" Target="slides/slide1.xml" Id="rId2" /><Relationship Type="http://schemas.openxmlformats.org/officeDocument/2006/relationships/slideMaster" Target="slideMasters/slideMaster1.xml" Id="rId1" /><Relationship Type="http://schemas.openxmlformats.org/officeDocument/2006/relationships/tableStyles" Target="tableStyles.xml" Id="rId6" /><Relationship Type="http://schemas.openxmlformats.org/officeDocument/2006/relationships/theme" Target="theme/theme1.xml" Id="rId5" /><Relationship Type="http://schemas.openxmlformats.org/officeDocument/2006/relationships/viewProps" Target="viewProps.xml" Id="rId4" /><Relationship Type="http://schemas.openxmlformats.org/officeDocument/2006/relationships/slide" Target="/ppt/slides/slide2.xml" Id="RelId0" /><Relationship Type="http://schemas.openxmlformats.org/officeDocument/2006/relationships/slide" Target="/ppt/slides/slide3.xml" Id="RelId1" /><Relationship Type="http://schemas.openxmlformats.org/officeDocument/2006/relationships/slide" Target="/ppt/slides/slide4.xml" Id="RelId2" /><Relationship Type="http://schemas.openxmlformats.org/officeDocument/2006/relationships/slide" Target="/ppt/slides/slide5.xml" Id="RelId3" /><Relationship Type="http://schemas.openxmlformats.org/officeDocument/2006/relationships/slide" Target="/ppt/slides/slide6.xml" Id="RelId4" /><Relationship Type="http://schemas.openxmlformats.org/officeDocument/2006/relationships/slide" Target="/ppt/slides/slide7.xml" Id="RelId5" /><Relationship Type="http://schemas.openxmlformats.org/officeDocument/2006/relationships/slide" Target="/ppt/slides/slide8.xml" Id="RelId6" /><Relationship Type="http://schemas.openxmlformats.org/officeDocument/2006/relationships/slide" Target="/ppt/slides/slide9.xml" Id="RelId7" /><Relationship Type="http://schemas.openxmlformats.org/officeDocument/2006/relationships/slide" Target="/ppt/slides/slidea.xml" Id="RelId8" /><Relationship Type="http://schemas.openxmlformats.org/officeDocument/2006/relationships/slide" Target="/ppt/slides/slideb.xml" Id="RelId9" /></Relationships>
</file>

<file path=ppt/notesSlides/notesSlide.xml><?xml version="1.0" encoding="utf-8"?>
<p:notes xmlns:p="http://schemas.openxmlformats.org/presentationml/2006/main">
  <p:cSld>
    <p:spTree>
      <p:nvGrpSpPr>
        <p:cNvPr id="1" name=""/>
        <p:cNvGrpSpPr/>
        <p:nvPr/>
      </p:nvGrpSpPr>
      <p:grpSpPr/>
      <p:sp>
        <p:nvSpPr>
          <p:cNvPr id="2" name="Slide Text"/>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b="1" dirty="0"/>
              <a:t>HH Members Interviewed By FW</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actionButton</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card</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textbox</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textbox</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(HH Member Tool) Type of respondent interviewed by field worker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HH members errors comitted by FW and Tool Section</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(Women Tool) Number of Women Interviewed By FW</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Women Tool errors comitted by FW and Tool Section</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(Women Tool) Number of Women by HH status Interviewed By FW</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shape</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shape</a:t>
            </a:r>
            <a:endParaRPr dirty="0"/>
          </a:p>
          <a:p xmlns:a="http://schemas.openxmlformats.org/drawingml/2006/main">
            <a:r>
              <a:rPr b="0" dirty="0"/>
              <a:t>No alt text provided</a:t>
            </a:r>
            <a:endParaRPr dirty="0"/>
          </a:p>
          <a:p xmlns:a="http://schemas.openxmlformats.org/drawingml/2006/main">
            <a:r>
              <a:rPr b="0" dirty="0"/>
              <a:t/>
            </a:r>
            <a:endParaRPr dirty="0"/>
          </a:p>
        </p:txBody>
      </p:sp>
    </p:spTree>
    <p:clrMapOvr>
      <a:masterClrMapping xmlns:a="http://schemas.openxmlformats.org/drawingml/2006/main"/>
    </p:clrMapOvr>
  </p:cSld>
</p:notes>
</file>

<file path=ppt/notesSlides/notesSlide2.xml><?xml version="1.0" encoding="utf-8"?>
<p:notes xmlns:p="http://schemas.openxmlformats.org/presentationml/2006/main">
  <p:cSld>
    <p:spTree>
      <p:nvGrpSpPr>
        <p:cNvPr id="1" name=""/>
        <p:cNvGrpSpPr/>
        <p:nvPr/>
      </p:nvGrpSpPr>
      <p:grpSpPr/>
      <p:sp>
        <p:nvSpPr>
          <p:cNvPr id="2" name="Slide Text"/>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b="1" dirty="0"/>
              <a:t>Interviews Conducted By Field Worker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slicer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Distribution of Interviews By Village</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actionButton</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card</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textbox</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textbox</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gauge</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Who is the respondent?</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Can the interview be conducted?</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Interviews By Zones and Study Arm</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slicer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slicer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slicer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Number of HH Members Interviewed in a HH</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textbox</a:t>
            </a:r>
            <a:endParaRPr dirty="0"/>
          </a:p>
          <a:p xmlns:a="http://schemas.openxmlformats.org/drawingml/2006/main">
            <a:r>
              <a:rPr b="0" dirty="0"/>
              <a:t>No alt text provided</a:t>
            </a:r>
            <a:endParaRPr dirty="0"/>
          </a:p>
          <a:p xmlns:a="http://schemas.openxmlformats.org/drawingml/2006/main">
            <a:r>
              <a:rPr b="0" dirty="0"/>
              <a:t/>
            </a:r>
            <a:endParaRPr dirty="0"/>
          </a:p>
        </p:txBody>
      </p:sp>
    </p:spTree>
    <p:clrMapOvr>
      <a:masterClrMapping xmlns:a="http://schemas.openxmlformats.org/drawingml/2006/main"/>
    </p:clrMapOvr>
  </p:cSld>
</p:notes>
</file>

<file path=ppt/notesSlides/notesSlide3.xml><?xml version="1.0" encoding="utf-8"?>
<p:notes xmlns:p="http://schemas.openxmlformats.org/presentationml/2006/main">
  <p:cSld>
    <p:spTree>
      <p:nvGrpSpPr>
        <p:cNvPr id="1" name=""/>
        <p:cNvGrpSpPr/>
        <p:nvPr/>
      </p:nvGrpSpPr>
      <p:grpSpPr/>
      <p:sp>
        <p:nvSpPr>
          <p:cNvPr id="2" name="Slide Text"/>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b="1" dirty="0"/>
              <a:t>slicer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card</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Total Queries By Fieldworker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Total Error Type By Fieldworker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slicer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slicer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Queries Question Numbers</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card</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textbox</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textbox</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textbox</a:t>
            </a:r>
            <a:endParaRPr dirty="0"/>
          </a:p>
          <a:p xmlns:a="http://schemas.openxmlformats.org/drawingml/2006/main">
            <a:r>
              <a:rPr b="0" dirty="0"/>
              <a:t>No alt text provided</a:t>
            </a:r>
            <a:endParaRPr dirty="0"/>
          </a:p>
          <a:p xmlns:a="http://schemas.openxmlformats.org/drawingml/2006/main">
            <a:r>
              <a:rPr b="0" dirty="0"/>
              <a:t/>
            </a:r>
            <a:endParaRPr dirty="0"/>
          </a:p>
        </p:txBody>
      </p:sp>
    </p:spTree>
    <p:clrMapOvr>
      <a:masterClrMapping xmlns:a="http://schemas.openxmlformats.org/drawingml/2006/main"/>
    </p:clrMapOvr>
  </p:cSld>
</p:notes>
</file>

<file path=ppt/notesSlides/notesSlide4.xml><?xml version="1.0" encoding="utf-8"?>
<p:notes xmlns:p="http://schemas.openxmlformats.org/presentationml/2006/main">
  <p:cSld>
    <p:spTree>
      <p:nvGrpSpPr>
        <p:cNvPr id="1" name=""/>
        <p:cNvGrpSpPr/>
        <p:nvPr/>
      </p:nvGrpSpPr>
      <p:grpSpPr/>
      <p:sp>
        <p:nvSpPr>
          <p:cNvPr id="2" name="Slide Text"/>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b="1" dirty="0"/>
              <a:t>slicer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card</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slicer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slicer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card</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textbox</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textbox</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textbox</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Total Queries by Field Worker and Error Type </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Total Queries by Field Worker and Tool Sections</a:t>
            </a:r>
            <a:endParaRPr dirty="0"/>
          </a:p>
          <a:p xmlns:a="http://schemas.openxmlformats.org/drawingml/2006/main">
            <a:r>
              <a:rPr b="0" dirty="0"/>
              <a:t>No alt text provided</a:t>
            </a:r>
            <a:endParaRPr dirty="0"/>
          </a:p>
          <a:p xmlns:a="http://schemas.openxmlformats.org/drawingml/2006/main">
            <a:r>
              <a:rPr b="0" dirty="0"/>
              <a:t/>
            </a:r>
            <a:endParaRPr dirty="0"/>
          </a:p>
        </p:txBody>
      </p:sp>
    </p:spTree>
    <p:clrMapOvr>
      <a:masterClrMapping xmlns:a="http://schemas.openxmlformats.org/drawingml/2006/main"/>
    </p:clrMapOvr>
  </p:cSld>
</p:notes>
</file>

<file path=ppt/notesSlides/notesSlide5.xml><?xml version="1.0" encoding="utf-8"?>
<p:notes xmlns:p="http://schemas.openxmlformats.org/presentationml/2006/main">
  <p:cSld>
    <p:spTree>
      <p:nvGrpSpPr>
        <p:cNvPr id="1" name=""/>
        <p:cNvGrpSpPr/>
        <p:nvPr/>
      </p:nvGrpSpPr>
      <p:grpSpPr/>
      <p:sp>
        <p:nvSpPr>
          <p:cNvPr id="2" name="Slide Text"/>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b="1" dirty="0"/>
              <a:t>Interviews Conducted By Field Worker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slicer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Distribution of Interviews By Village</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actionButton</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card</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textbox</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textbox</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gauge</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Woman as HoH</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Response Status</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Interviews By Zones and Study Arm</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slicer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slicer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slicer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textbox</a:t>
            </a:r>
            <a:endParaRPr dirty="0"/>
          </a:p>
          <a:p xmlns:a="http://schemas.openxmlformats.org/drawingml/2006/main">
            <a:r>
              <a:rPr b="0" dirty="0"/>
              <a:t>No alt text provided</a:t>
            </a:r>
            <a:endParaRPr dirty="0"/>
          </a:p>
          <a:p xmlns:a="http://schemas.openxmlformats.org/drawingml/2006/main">
            <a:r>
              <a:rPr b="0" dirty="0"/>
              <a:t/>
            </a:r>
            <a:endParaRPr dirty="0"/>
          </a:p>
        </p:txBody>
      </p:sp>
    </p:spTree>
    <p:clrMapOvr>
      <a:masterClrMapping xmlns:a="http://schemas.openxmlformats.org/drawingml/2006/main"/>
    </p:clrMapOvr>
  </p:cSld>
</p:notes>
</file>

<file path=ppt/notesSlides/notesSlide6.xml><?xml version="1.0" encoding="utf-8"?>
<p:notes xmlns:p="http://schemas.openxmlformats.org/presentationml/2006/main">
  <p:cSld>
    <p:spTree>
      <p:nvGrpSpPr>
        <p:cNvPr id="1" name=""/>
        <p:cNvGrpSpPr/>
        <p:nvPr/>
      </p:nvGrpSpPr>
      <p:grpSpPr/>
      <p:sp>
        <p:nvSpPr>
          <p:cNvPr id="2" name="Slide Text"/>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b="1" dirty="0"/>
              <a:t>slicer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card</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Total Queries By Fieldworker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Total Error Type By Fieldworker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slicer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slicer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Queries Question Numbers</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card</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textbox</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textbox</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textbox</a:t>
            </a:r>
            <a:endParaRPr dirty="0"/>
          </a:p>
          <a:p xmlns:a="http://schemas.openxmlformats.org/drawingml/2006/main">
            <a:r>
              <a:rPr b="0" dirty="0"/>
              <a:t>No alt text provided</a:t>
            </a:r>
            <a:endParaRPr dirty="0"/>
          </a:p>
          <a:p xmlns:a="http://schemas.openxmlformats.org/drawingml/2006/main">
            <a:r>
              <a:rPr b="0" dirty="0"/>
              <a:t/>
            </a:r>
            <a:endParaRPr dirty="0"/>
          </a:p>
        </p:txBody>
      </p:sp>
    </p:spTree>
    <p:clrMapOvr>
      <a:masterClrMapping xmlns:a="http://schemas.openxmlformats.org/drawingml/2006/main"/>
    </p:clrMapOvr>
  </p:cSld>
</p:notes>
</file>

<file path=ppt/notesSlides/notesSlide7.xml><?xml version="1.0" encoding="utf-8"?>
<p:notes xmlns:p="http://schemas.openxmlformats.org/presentationml/2006/main">
  <p:cSld>
    <p:spTree>
      <p:nvGrpSpPr>
        <p:cNvPr id="1" name=""/>
        <p:cNvGrpSpPr/>
        <p:nvPr/>
      </p:nvGrpSpPr>
      <p:grpSpPr/>
      <p:sp>
        <p:nvSpPr>
          <p:cNvPr id="2" name="Slide Text"/>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b="1" dirty="0"/>
              <a:t>card</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multiRowCard</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Interviews Conducted By Field Worker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slicer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slicer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slicer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Daily Data Sync status</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actionButton</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slicer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card</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textbox</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textbox</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textbox</a:t>
            </a:r>
            <a:endParaRPr dirty="0"/>
          </a:p>
          <a:p xmlns:a="http://schemas.openxmlformats.org/drawingml/2006/main">
            <a:r>
              <a:rPr b="0" dirty="0"/>
              <a:t>No alt text provided</a:t>
            </a:r>
            <a:endParaRPr dirty="0"/>
          </a:p>
          <a:p xmlns:a="http://schemas.openxmlformats.org/drawingml/2006/main">
            <a:r>
              <a:rPr b="0" dirty="0"/>
              <a:t/>
            </a:r>
            <a:endParaRPr dirty="0"/>
          </a:p>
        </p:txBody>
      </p:sp>
    </p:spTree>
    <p:clrMapOvr>
      <a:masterClrMapping xmlns:a="http://schemas.openxmlformats.org/drawingml/2006/main"/>
    </p:clrMapOvr>
  </p:cSld>
</p:notes>
</file>

<file path=ppt/notesSlides/notesSlide8.xml><?xml version="1.0" encoding="utf-8"?>
<p:notes xmlns:p="http://schemas.openxmlformats.org/presentationml/2006/main">
  <p:cSld>
    <p:spTree>
      <p:nvGrpSpPr>
        <p:cNvPr id="1" name=""/>
        <p:cNvGrpSpPr/>
        <p:nvPr/>
      </p:nvGrpSpPr>
      <p:grpSpPr/>
      <p:sp>
        <p:nvSpPr>
          <p:cNvPr id="2" name="Slide Text"/>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b="1" dirty="0"/>
              <a:t>card</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multiRowCard</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Number of Participants Interviewed in Hospitals By Field Worker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slicer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slicer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slicer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slicer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Number of Participants Interviewed in Health Centers By Field Worker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Number of Participants Interviewed in CHPS By Field Worker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Interviews Conducted By Field Worker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card</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textbox</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textbox</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textbox</a:t>
            </a:r>
            <a:endParaRPr dirty="0"/>
          </a:p>
          <a:p xmlns:a="http://schemas.openxmlformats.org/drawingml/2006/main">
            <a:r>
              <a:rPr b="0" dirty="0"/>
              <a:t>No alt text provided</a:t>
            </a:r>
            <a:endParaRPr dirty="0"/>
          </a:p>
          <a:p xmlns:a="http://schemas.openxmlformats.org/drawingml/2006/main">
            <a:r>
              <a:rPr b="0" dirty="0"/>
              <a:t/>
            </a:r>
            <a:endParaRPr dirty="0"/>
          </a:p>
        </p:txBody>
      </p:sp>
    </p:spTree>
    <p:clrMapOvr>
      <a:masterClrMapping xmlns:a="http://schemas.openxmlformats.org/drawingml/2006/main"/>
    </p:clrMapOvr>
  </p:cSld>
</p:notes>
</file>

<file path=ppt/notesSlides/notesSlide9.xml><?xml version="1.0" encoding="utf-8"?>
<p:notes xmlns:p="http://schemas.openxmlformats.org/presentationml/2006/main">
  <p:cSld>
    <p:spTree>
      <p:nvGrpSpPr>
        <p:cNvPr id="1" name=""/>
        <p:cNvGrpSpPr/>
        <p:nvPr/>
      </p:nvGrpSpPr>
      <p:grpSpPr/>
      <p:sp>
        <p:nvSpPr>
          <p:cNvPr id="2" name="Slide Text"/>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b="1" dirty="0"/>
              <a:t>Total HCWs Interviewed By Facility</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slicer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slicer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slicer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Gender Distribution</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Profession Distribution</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Age Group Distribution</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slicer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card</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textbox</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textbox</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Total HCWs Interviewed By Facility</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textbox</a:t>
            </a:r>
            <a:endParaRPr dirty="0"/>
          </a:p>
          <a:p xmlns:a="http://schemas.openxmlformats.org/drawingml/2006/main">
            <a:r>
              <a:rPr b="0" dirty="0"/>
              <a:t>No alt text provided</a:t>
            </a:r>
            <a:endParaRPr dirty="0"/>
          </a:p>
          <a:p xmlns:a="http://schemas.openxmlformats.org/drawingml/2006/main">
            <a:r>
              <a:rPr b="0" dirty="0"/>
              <a:t/>
            </a:r>
            <a:endParaRPr dirty="0"/>
          </a:p>
        </p:txBody>
      </p:sp>
    </p:spTree>
    <p:clrMapOvr>
      <a:masterClrMapping xmlns:a="http://schemas.openxmlformats.org/drawingml/2006/main"/>
    </p:clrMapOvr>
  </p:cSld>
</p:notes>
</file>

<file path=ppt/notesSlides/notesSlidea.xml><?xml version="1.0" encoding="utf-8"?>
<p:notes xmlns:p="http://schemas.openxmlformats.org/presentationml/2006/main">
  <p:cSld>
    <p:spTree>
      <p:nvGrpSpPr>
        <p:cNvPr id="1" name=""/>
        <p:cNvGrpSpPr/>
        <p:nvPr/>
      </p:nvGrpSpPr>
      <p:grpSpPr/>
      <p:sp>
        <p:nvSpPr>
          <p:cNvPr id="2" name="Slide Text"/>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b="1" dirty="0"/>
              <a:t>slicer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card</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Total Queries By Fieldworker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Total Error Type By Fieldworker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slicer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slicer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Queries Question Numbers</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card</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textbox</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textbox</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textbox</a:t>
            </a:r>
            <a:endParaRPr dirty="0"/>
          </a:p>
          <a:p xmlns:a="http://schemas.openxmlformats.org/drawingml/2006/main">
            <a:r>
              <a:rPr b="0" dirty="0"/>
              <a:t>No alt text provided</a:t>
            </a:r>
            <a:endParaRPr dirty="0"/>
          </a:p>
          <a:p xmlns:a="http://schemas.openxmlformats.org/drawingml/2006/main">
            <a:r>
              <a:rPr b="0" dirty="0"/>
              <a:t/>
            </a:r>
            <a:endParaRPr dirty="0"/>
          </a:p>
        </p:txBody>
      </p:sp>
    </p:spTree>
    <p:clrMapOvr>
      <a:masterClrMapping xmlns:a="http://schemas.openxmlformats.org/drawingml/2006/main"/>
    </p:clrMapOvr>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p:cNvSpPr>
            <a:spLocks noGrp="1"/>
          </p:cNvSpPr>
          <p:nvPr>
            <p:ph type="dt" sz="half" idx="10"/>
          </p:nvPr>
        </p:nvSpPr>
        <p:spPr/>
        <p:txBody>
          <a:bodyPr/>
          <a:lstStyle/>
          <a:p>
            <a:fld id="{627ED9C8-F09A-4D9E-BEC0-4725162E21FF}" type="datetimeFigureOut">
              <a:rPr lang="en-US" smtClean="0"/>
              <a:t>11/25/2020</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8C7D807A-D3EC-4DEA-86E2-120E4093F1A6}" type="slidenum">
              <a:rPr lang="en-US" smtClean="0"/>
              <a:t>‹#›</a:t>
            </a:fld>
            <a:endParaRPr lang="en-US"/>
          </a:p>
        </p:txBody>
      </p:sp>
    </p:spTree>
    <p:extLst>
      <p:ext uri="{BB962C8B-B14F-4D97-AF65-F5344CB8AC3E}">
        <p14:creationId xmlns:p14="http://schemas.microsoft.com/office/powerpoint/2010/main" val="174768960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627ED9C8-F09A-4D9E-BEC0-4725162E21FF}" type="datetimeFigureOut">
              <a:rPr lang="en-US" smtClean="0"/>
              <a:t>11/25/2020</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8C7D807A-D3EC-4DEA-86E2-120E4093F1A6}" type="slidenum">
              <a:rPr lang="en-US" smtClean="0"/>
              <a:t>‹#›</a:t>
            </a:fld>
            <a:endParaRPr lang="en-US"/>
          </a:p>
        </p:txBody>
      </p:sp>
    </p:spTree>
    <p:extLst>
      <p:ext uri="{BB962C8B-B14F-4D97-AF65-F5344CB8AC3E}">
        <p14:creationId xmlns:p14="http://schemas.microsoft.com/office/powerpoint/2010/main" val="21449851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627ED9C8-F09A-4D9E-BEC0-4725162E21FF}" type="datetimeFigureOut">
              <a:rPr lang="en-US" smtClean="0"/>
              <a:t>11/25/2020</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8C7D807A-D3EC-4DEA-86E2-120E4093F1A6}" type="slidenum">
              <a:rPr lang="en-US" smtClean="0"/>
              <a:t>‹#›</a:t>
            </a:fld>
            <a:endParaRPr lang="en-US"/>
          </a:p>
        </p:txBody>
      </p:sp>
    </p:spTree>
    <p:extLst>
      <p:ext uri="{BB962C8B-B14F-4D97-AF65-F5344CB8AC3E}">
        <p14:creationId xmlns:p14="http://schemas.microsoft.com/office/powerpoint/2010/main" val="102688143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838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72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627ED9C8-F09A-4D9E-BEC0-4725162E21FF}" type="datetimeFigureOut">
              <a:rPr lang="en-US" smtClean="0"/>
              <a:t>11/25/2020</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8C7D807A-D3EC-4DEA-86E2-120E4093F1A6}" type="slidenum">
              <a:rPr lang="en-US" smtClean="0"/>
              <a:t>‹#›</a:t>
            </a:fld>
            <a:endParaRPr lang="en-US"/>
          </a:p>
        </p:txBody>
      </p:sp>
    </p:spTree>
    <p:extLst>
      <p:ext uri="{BB962C8B-B14F-4D97-AF65-F5344CB8AC3E}">
        <p14:creationId xmlns:p14="http://schemas.microsoft.com/office/powerpoint/2010/main" val="100433151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627ED9C8-F09A-4D9E-BEC0-4725162E21FF}" type="datetimeFigureOut">
              <a:rPr lang="en-US" smtClean="0"/>
              <a:t>11/25/2020</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8C7D807A-D3EC-4DEA-86E2-120E4093F1A6}" type="slidenum">
              <a:rPr lang="en-US" smtClean="0"/>
              <a:t>‹#›</a:t>
            </a:fld>
            <a:endParaRPr lang="en-US"/>
          </a:p>
        </p:txBody>
      </p:sp>
    </p:spTree>
    <p:extLst>
      <p:ext uri="{BB962C8B-B14F-4D97-AF65-F5344CB8AC3E}">
        <p14:creationId xmlns:p14="http://schemas.microsoft.com/office/powerpoint/2010/main" val="92569246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627ED9C8-F09A-4D9E-BEC0-4725162E21FF}" type="datetimeFigureOut">
              <a:rPr lang="en-US" smtClean="0"/>
              <a:t>11/25/2020</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8C7D807A-D3EC-4DEA-86E2-120E4093F1A6}" type="slidenum">
              <a:rPr lang="en-US" smtClean="0"/>
              <a:t>‹#›</a:t>
            </a:fld>
            <a:endParaRPr lang="en-US"/>
          </a:p>
        </p:txBody>
      </p:sp>
    </p:spTree>
    <p:extLst>
      <p:ext uri="{BB962C8B-B14F-4D97-AF65-F5344CB8AC3E}">
        <p14:creationId xmlns:p14="http://schemas.microsoft.com/office/powerpoint/2010/main" val="228091396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627ED9C8-F09A-4D9E-BEC0-4725162E21FF}" type="datetimeFigureOut">
              <a:rPr lang="en-US" smtClean="0"/>
              <a:t>11/25/2020</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8C7D807A-D3EC-4DEA-86E2-120E4093F1A6}" type="slidenum">
              <a:rPr lang="en-US" smtClean="0"/>
              <a:t>‹#›</a:t>
            </a:fld>
            <a:endParaRPr lang="en-US"/>
          </a:p>
        </p:txBody>
      </p:sp>
    </p:spTree>
    <p:extLst>
      <p:ext uri="{BB962C8B-B14F-4D97-AF65-F5344CB8AC3E}">
        <p14:creationId xmlns:p14="http://schemas.microsoft.com/office/powerpoint/2010/main" val="235818112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627ED9C8-F09A-4D9E-BEC0-4725162E21FF}" type="datetimeFigureOut">
              <a:rPr lang="en-US" smtClean="0"/>
              <a:t>11/25/2020</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8C7D807A-D3EC-4DEA-86E2-120E4093F1A6}" type="slidenum">
              <a:rPr lang="en-US" smtClean="0"/>
              <a:t>‹#›</a:t>
            </a:fld>
            <a:endParaRPr lang="en-US"/>
          </a:p>
        </p:txBody>
      </p:sp>
    </p:spTree>
    <p:extLst>
      <p:ext uri="{BB962C8B-B14F-4D97-AF65-F5344CB8AC3E}">
        <p14:creationId xmlns:p14="http://schemas.microsoft.com/office/powerpoint/2010/main" val="99339043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627ED9C8-F09A-4D9E-BEC0-4725162E21FF}" type="datetimeFigureOut">
              <a:rPr lang="en-US" smtClean="0"/>
              <a:t>11/25/2020</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8C7D807A-D3EC-4DEA-86E2-120E4093F1A6}" type="slidenum">
              <a:rPr lang="en-US" smtClean="0"/>
              <a:t>‹#›</a:t>
            </a:fld>
            <a:endParaRPr lang="en-US"/>
          </a:p>
        </p:txBody>
      </p:sp>
    </p:spTree>
    <p:extLst>
      <p:ext uri="{BB962C8B-B14F-4D97-AF65-F5344CB8AC3E}">
        <p14:creationId xmlns:p14="http://schemas.microsoft.com/office/powerpoint/2010/main" val="288480752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627ED9C8-F09A-4D9E-BEC0-4725162E21FF}" type="datetimeFigureOut">
              <a:rPr lang="en-US" smtClean="0"/>
              <a:t>11/25/2020</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8C7D807A-D3EC-4DEA-86E2-120E4093F1A6}" type="slidenum">
              <a:rPr lang="en-US" smtClean="0"/>
              <a:t>‹#›</a:t>
            </a:fld>
            <a:endParaRPr lang="en-US"/>
          </a:p>
        </p:txBody>
      </p:sp>
    </p:spTree>
    <p:extLst>
      <p:ext uri="{BB962C8B-B14F-4D97-AF65-F5344CB8AC3E}">
        <p14:creationId xmlns:p14="http://schemas.microsoft.com/office/powerpoint/2010/main" val="55321422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627ED9C8-F09A-4D9E-BEC0-4725162E21FF}" type="datetimeFigureOut">
              <a:rPr lang="en-US" smtClean="0"/>
              <a:t>11/25/2020</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8C7D807A-D3EC-4DEA-86E2-120E4093F1A6}" type="slidenum">
              <a:rPr lang="en-US" smtClean="0"/>
              <a:t>‹#›</a:t>
            </a:fld>
            <a:endParaRPr lang="en-US"/>
          </a:p>
        </p:txBody>
      </p:sp>
    </p:spTree>
    <p:extLst>
      <p:ext uri="{BB962C8B-B14F-4D97-AF65-F5344CB8AC3E}">
        <p14:creationId xmlns:p14="http://schemas.microsoft.com/office/powerpoint/2010/main" val="298264096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p14="http://schemas.microsoft.com/office/powerpoint/2010/main"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627ED9C8-F09A-4D9E-BEC0-4725162E21FF}" type="datetimeFigureOut">
              <a:rPr lang="en-US" smtClean="0"/>
              <a:t>11/25/2020</a:t>
            </a:fld>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8C7D807A-D3EC-4DEA-86E2-120E4093F1A6}" type="slidenum">
              <a:rPr lang="en-US" smtClean="0"/>
              <a:t>‹#›</a:t>
            </a:fld>
            <a:endParaRPr lang="en-US"/>
          </a:p>
        </p:txBody>
      </p:sp>
    </p:spTree>
    <p:extLst>
      <p:ext uri="{BB962C8B-B14F-4D97-AF65-F5344CB8AC3E}">
        <p14:creationId xmlns:p14="http://schemas.microsoft.com/office/powerpoint/2010/main" val="1423691093"/>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&#65279;<?xml version="1.0" encoding="utf-8"?><Relationships xmlns="http://schemas.openxmlformats.org/package/2006/relationships"><Relationship Type="http://schemas.openxmlformats.org/officeDocument/2006/relationships/image" Target="../media/image1.png" Id="rId2" /><Relationship Type="http://schemas.openxmlformats.org/officeDocument/2006/relationships/slideLayout" Target="../slideLayouts/slideLayout7.xml" Id="rId1" /><Relationship Type="http://schemas.openxmlformats.org/officeDocument/2006/relationships/image" Target="../media/image3.png" Id="rId5" /><Relationship Type="http://schemas.openxmlformats.org/officeDocument/2006/relationships/image" Target="../media/image2.png" Id="rId4" /><Relationship Type="http://schemas.openxmlformats.org/officeDocument/2006/relationships/hyperlink" Target="https://app.powerbi.com/groups/me/reports/9116246f-5efa-4baa-a841-cfd42419ed04?pbi_source=PowerPoint" TargetMode="External" Id="coverSlideHpLink" /></Relationships>
</file>

<file path=ppt/slides/_rels/slide2.xml.rels>&#65279;<?xml version="1.0" encoding="utf-8"?><Relationships xmlns="http://schemas.openxmlformats.org/package/2006/relationships"><Relationship Type="http://schemas.openxmlformats.org/officeDocument/2006/relationships/notesSlide" Target="/ppt/notesSlides/notesSlide.xml" Id="R6e1810de78b04ae4" /><Relationship Type="http://schemas.openxmlformats.org/officeDocument/2006/relationships/slideLayout" Target="/ppt/slideLayouts/slideLayout8.xml" Id="Rf195786084564046" /><Relationship Type="http://schemas.openxmlformats.org/officeDocument/2006/relationships/hyperlink" Target="https://app.powerbi.com/groups/me/reports/9116246f-5efa-4baa-a841-cfd42419ed04/?pbi_source=PowerPoint" TargetMode="External" Id="RelId0" /><Relationship Type="http://schemas.openxmlformats.org/officeDocument/2006/relationships/image" Target="/ppt/media/image4.png" Id="imgId44303175" /></Relationships>
</file>

<file path=ppt/slides/_rels/slide3.xml.rels>&#65279;<?xml version="1.0" encoding="utf-8"?><Relationships xmlns="http://schemas.openxmlformats.org/package/2006/relationships"><Relationship Type="http://schemas.openxmlformats.org/officeDocument/2006/relationships/notesSlide" Target="/ppt/notesSlides/notesSlide2.xml" Id="Rfc893cba35e0470c" /><Relationship Type="http://schemas.openxmlformats.org/officeDocument/2006/relationships/slideLayout" Target="/ppt/slideLayouts/slideLayout8.xml" Id="R35c0780143624c4f" /><Relationship Type="http://schemas.openxmlformats.org/officeDocument/2006/relationships/hyperlink" Target="https://app.powerbi.com/groups/me/reports/9116246f-5efa-4baa-a841-cfd42419ed04/?pbi_source=PowerPoint" TargetMode="External" Id="RelId1" /><Relationship Type="http://schemas.openxmlformats.org/officeDocument/2006/relationships/image" Target="/ppt/media/image5.png" Id="imgId44303176" /></Relationships>
</file>

<file path=ppt/slides/_rels/slide4.xml.rels>&#65279;<?xml version="1.0" encoding="utf-8"?><Relationships xmlns="http://schemas.openxmlformats.org/package/2006/relationships"><Relationship Type="http://schemas.openxmlformats.org/officeDocument/2006/relationships/notesSlide" Target="/ppt/notesSlides/notesSlide3.xml" Id="R225505af60484cbf" /><Relationship Type="http://schemas.openxmlformats.org/officeDocument/2006/relationships/slideLayout" Target="/ppt/slideLayouts/slideLayout8.xml" Id="Rdce654edf5534aca" /><Relationship Type="http://schemas.openxmlformats.org/officeDocument/2006/relationships/hyperlink" Target="https://app.powerbi.com/groups/me/reports/9116246f-5efa-4baa-a841-cfd42419ed04/?pbi_source=PowerPoint" TargetMode="External" Id="RelId2" /><Relationship Type="http://schemas.openxmlformats.org/officeDocument/2006/relationships/image" Target="/ppt/media/image6.png" Id="imgId44303177" /></Relationships>
</file>

<file path=ppt/slides/_rels/slide5.xml.rels>&#65279;<?xml version="1.0" encoding="utf-8"?><Relationships xmlns="http://schemas.openxmlformats.org/package/2006/relationships"><Relationship Type="http://schemas.openxmlformats.org/officeDocument/2006/relationships/notesSlide" Target="/ppt/notesSlides/notesSlide4.xml" Id="Rd8cc734ccd5c42a8" /><Relationship Type="http://schemas.openxmlformats.org/officeDocument/2006/relationships/slideLayout" Target="/ppt/slideLayouts/slideLayout8.xml" Id="Re81e1af9ba344613" /><Relationship Type="http://schemas.openxmlformats.org/officeDocument/2006/relationships/hyperlink" Target="https://app.powerbi.com/groups/me/reports/9116246f-5efa-4baa-a841-cfd42419ed04/?pbi_source=PowerPoint" TargetMode="External" Id="RelId3" /><Relationship Type="http://schemas.openxmlformats.org/officeDocument/2006/relationships/image" Target="/ppt/media/image7.png" Id="imgId44303178" /></Relationships>
</file>

<file path=ppt/slides/_rels/slide6.xml.rels>&#65279;<?xml version="1.0" encoding="utf-8"?><Relationships xmlns="http://schemas.openxmlformats.org/package/2006/relationships"><Relationship Type="http://schemas.openxmlformats.org/officeDocument/2006/relationships/notesSlide" Target="/ppt/notesSlides/notesSlide5.xml" Id="R32c26d33018349e0" /><Relationship Type="http://schemas.openxmlformats.org/officeDocument/2006/relationships/slideLayout" Target="/ppt/slideLayouts/slideLayout8.xml" Id="R6a8fd1b823ad441c" /><Relationship Type="http://schemas.openxmlformats.org/officeDocument/2006/relationships/hyperlink" Target="https://app.powerbi.com/groups/me/reports/9116246f-5efa-4baa-a841-cfd42419ed04/?pbi_source=PowerPoint" TargetMode="External" Id="RelId4" /><Relationship Type="http://schemas.openxmlformats.org/officeDocument/2006/relationships/image" Target="/ppt/media/image8.png" Id="imgId44303179" /></Relationships>
</file>

<file path=ppt/slides/_rels/slide7.xml.rels>&#65279;<?xml version="1.0" encoding="utf-8"?><Relationships xmlns="http://schemas.openxmlformats.org/package/2006/relationships"><Relationship Type="http://schemas.openxmlformats.org/officeDocument/2006/relationships/notesSlide" Target="/ppt/notesSlides/notesSlide6.xml" Id="R083aca9fe9654389" /><Relationship Type="http://schemas.openxmlformats.org/officeDocument/2006/relationships/slideLayout" Target="/ppt/slideLayouts/slideLayout8.xml" Id="R8397e93922c04067" /><Relationship Type="http://schemas.openxmlformats.org/officeDocument/2006/relationships/hyperlink" Target="https://app.powerbi.com/groups/me/reports/9116246f-5efa-4baa-a841-cfd42419ed04/?pbi_source=PowerPoint" TargetMode="External" Id="RelId5" /><Relationship Type="http://schemas.openxmlformats.org/officeDocument/2006/relationships/image" Target="/ppt/media/image9.png" Id="imgId44303180" /></Relationships>
</file>

<file path=ppt/slides/_rels/slide8.xml.rels>&#65279;<?xml version="1.0" encoding="utf-8"?><Relationships xmlns="http://schemas.openxmlformats.org/package/2006/relationships"><Relationship Type="http://schemas.openxmlformats.org/officeDocument/2006/relationships/notesSlide" Target="/ppt/notesSlides/notesSlide7.xml" Id="R9f3d46436f2f4766" /><Relationship Type="http://schemas.openxmlformats.org/officeDocument/2006/relationships/slideLayout" Target="/ppt/slideLayouts/slideLayout8.xml" Id="R410b837d8f9e4fff" /><Relationship Type="http://schemas.openxmlformats.org/officeDocument/2006/relationships/hyperlink" Target="https://app.powerbi.com/groups/me/reports/9116246f-5efa-4baa-a841-cfd42419ed04/?pbi_source=PowerPoint" TargetMode="External" Id="RelId6" /><Relationship Type="http://schemas.openxmlformats.org/officeDocument/2006/relationships/image" Target="/ppt/media/imagea.png" Id="imgId44303181" /></Relationships>
</file>

<file path=ppt/slides/_rels/slide9.xml.rels>&#65279;<?xml version="1.0" encoding="utf-8"?><Relationships xmlns="http://schemas.openxmlformats.org/package/2006/relationships"><Relationship Type="http://schemas.openxmlformats.org/officeDocument/2006/relationships/notesSlide" Target="/ppt/notesSlides/notesSlide8.xml" Id="R6b6d9ed6a9584f93" /><Relationship Type="http://schemas.openxmlformats.org/officeDocument/2006/relationships/slideLayout" Target="/ppt/slideLayouts/slideLayout8.xml" Id="R24f8dcae48da44ae" /><Relationship Type="http://schemas.openxmlformats.org/officeDocument/2006/relationships/hyperlink" Target="https://app.powerbi.com/groups/me/reports/9116246f-5efa-4baa-a841-cfd42419ed04/?pbi_source=PowerPoint" TargetMode="External" Id="RelId7" /><Relationship Type="http://schemas.openxmlformats.org/officeDocument/2006/relationships/image" Target="/ppt/media/imageb.png" Id="imgId44303182" /></Relationships>
</file>

<file path=ppt/slides/_rels/slidea.xml.rels>&#65279;<?xml version="1.0" encoding="utf-8"?><Relationships xmlns="http://schemas.openxmlformats.org/package/2006/relationships"><Relationship Type="http://schemas.openxmlformats.org/officeDocument/2006/relationships/notesSlide" Target="/ppt/notesSlides/notesSlide9.xml" Id="Ra8f6ba2dcb044a23" /><Relationship Type="http://schemas.openxmlformats.org/officeDocument/2006/relationships/slideLayout" Target="/ppt/slideLayouts/slideLayout8.xml" Id="R323bd3eac91b4fb9" /><Relationship Type="http://schemas.openxmlformats.org/officeDocument/2006/relationships/hyperlink" Target="https://app.powerbi.com/groups/me/reports/9116246f-5efa-4baa-a841-cfd42419ed04/?pbi_source=PowerPoint" TargetMode="External" Id="RelId8" /><Relationship Type="http://schemas.openxmlformats.org/officeDocument/2006/relationships/image" Target="/ppt/media/imagec.png" Id="imgId44303183" /></Relationships>
</file>

<file path=ppt/slides/_rels/slideb.xml.rels>&#65279;<?xml version="1.0" encoding="utf-8"?><Relationships xmlns="http://schemas.openxmlformats.org/package/2006/relationships"><Relationship Type="http://schemas.openxmlformats.org/officeDocument/2006/relationships/notesSlide" Target="/ppt/notesSlides/notesSlidea.xml" Id="Rd5a46ea5f52245aa" /><Relationship Type="http://schemas.openxmlformats.org/officeDocument/2006/relationships/slideLayout" Target="/ppt/slideLayouts/slideLayout8.xml" Id="R186cbe31bc784d1b" /><Relationship Type="http://schemas.openxmlformats.org/officeDocument/2006/relationships/hyperlink" Target="https://app.powerbi.com/groups/me/reports/9116246f-5efa-4baa-a841-cfd42419ed04/?pbi_source=PowerPoint" TargetMode="External" Id="RelId9" /><Relationship Type="http://schemas.openxmlformats.org/officeDocument/2006/relationships/image" Target="/ppt/media/imaged.png" Id="imgId44303184" /></Relationships>
</file>

<file path=ppt/slides/slide1.xml><?xml version="1.0" encoding="utf-8"?>
<p:sld xmlns:adec="http://schemas.microsoft.com/office/drawing/2017/decorative" xmlns:a14="http://schemas.microsoft.com/office/drawing/2010/main" xmlns:p14="http://schemas.microsoft.com/office/powerpoint/2010/main"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pic>
        <p:nvPicPr>
          <p:cNvPr id="9" name="Picture 8">
            <a:extLst>
              <a:ext uri="{C183D7F6-B498-43B3-948B-1728B52AA6E4}">
                <adec:decorative xmlns:adec="http://schemas.microsoft.com/office/drawing/2017/decorative" val="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12" name="Title 1"/>
          <p:cNvSpPr txBox="1">
            <a:spLocks noGrp="1"/>
          </p:cNvSpPr>
          <p:nvPr>
            <p:ph type="title" idx="4294967295"/>
          </p:nvPr>
        </p:nvSpPr>
        <p:spPr>
          <a:xfrm>
            <a:off x="810584" y="2982149"/>
            <a:ext cx="6314017" cy="600075"/>
          </a:xfrm>
          <a:prstGeom prst="rect">
            <a:avLst/>
          </a:prstGeom>
          <a:noFill/>
          <a:ln>
            <a:noFill/>
            <a:prstDash/>
          </a:ln>
          <a:effectLst/>
        </p:spPr>
        <p:txBody>
          <a:bodyPr rot="0" spcFirstLastPara="0" vertOverflow="overflow" horzOverflow="overflow" vert="horz" wrap="square" lIns="91440" tIns="45720" rIns="91440" bIns="45720" numCol="1" spcCol="0" rtlCol="0" fromWordArt="0" anchor="b" anchorCtr="0" forceAA="0" compatLnSpc="1">
            <a:prstTxWarp prst="textNoShape">
              <a:avLst/>
            </a:prstTxWarp>
            <a:normAutofit fontScale="90000"/>
          </a:bodyPr>
          <a:lstStyle>
            <a:lvl1pPr algn="ctr" defTabSz="914400" rtl="0" eaLnBrk="1" latinLnBrk="0" hangingPunct="1">
              <a:lnSpc>
                <a:spcPct val="90000"/>
              </a:lnSpc>
              <a:spcBef>
                <a:spcPct val="0"/>
              </a:spcBef>
              <a:buNone/>
              <a:defRPr sz="4400" b="0" i="0" kern="1200" baseline="0">
                <a:solidFill>
                  <a:schemeClr val="tx1"/>
                </a:solidFill>
                <a:latin typeface="Segoe UI Light" charset="0"/>
                <a:ea typeface="Segoe UI Light" charset="0"/>
                <a:cs typeface="Segoe UI Light" charset="0"/>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US" sz="4400" b="0" i="0" u="none" strike="noStrike" kern="1200" cap="none" spc="0" normalizeH="0" baseline="0" noProof="0">
                <a:ln>
                  <a:noFill/>
                </a:ln>
                <a:solidFill>
                  <a:srgbClr val="F3C910"/>
                </a:solidFill>
                <a:effectLst/>
                <a:uLnTx/>
                <a:uFillTx/>
                <a:latin typeface="Segoe UI Light" charset="0"/>
                <a:ea typeface="Segoe UI Light" charset="0"/>
                <a:cs typeface="Segoe UI Light" charset="0"/>
              </a:rPr>
              <a:t>GH-HeMAB</a:t>
            </a:r>
            <a:endParaRPr kumimoji="0" lang="en-US" sz="4400" b="0" i="0" u="none" strike="noStrike" kern="1200" cap="none" spc="0" normalizeH="0" baseline="0" noProof="0" dirty="0">
              <a:ln>
                <a:noFill/>
              </a:ln>
              <a:solidFill>
                <a:srgbClr val="F3C910"/>
              </a:solidFill>
              <a:effectLst/>
              <a:uLnTx/>
              <a:uFillTx/>
              <a:latin typeface="Segoe UI Light" charset="0"/>
              <a:ea typeface="Segoe UI Light" charset="0"/>
              <a:cs typeface="Segoe UI Light" charset="0"/>
            </a:endParaRPr>
          </a:p>
        </p:txBody>
      </p:sp>
      <p:sp>
        <p:nvSpPr>
          <p:cNvPr id="13" name="Text Placeholder 2"/>
          <p:cNvSpPr txBox="1">
            <a:spLocks/>
          </p:cNvSpPr>
          <p:nvPr/>
        </p:nvSpPr>
        <p:spPr>
          <a:xfrm>
            <a:off x="853448" y="3658761"/>
            <a:ext cx="1488017" cy="253470"/>
          </a:xfrm>
          <a:prstGeom prst="rect">
            <a:avLst/>
          </a:prstGeom>
        </p:spPr>
        <p:txBody>
          <a:bodyPr vert="horz" lIns="91440" tIns="45720" rIns="91440" bIns="45720" rtlCol="0">
            <a:normAutofit lnSpcReduction="10000"/>
          </a:bodyPr>
          <a:lstStyle>
            <a:lvl1pPr marL="0" indent="0" algn="ctr" defTabSz="914400" rtl="0" eaLnBrk="1" latinLnBrk="0" hangingPunct="1">
              <a:lnSpc>
                <a:spcPct val="90000"/>
              </a:lnSpc>
              <a:spcBef>
                <a:spcPts val="1000"/>
              </a:spcBef>
              <a:buFont typeface="Arial"/>
              <a:buNone/>
              <a:defRPr sz="1200" b="0" i="0" u="sng" kern="1200">
                <a:solidFill>
                  <a:schemeClr val="tx1"/>
                </a:solidFill>
                <a:latin typeface="Segoe UI" charset="0"/>
                <a:ea typeface="Segoe UI" charset="0"/>
                <a:cs typeface="Segoe UI" charset="0"/>
              </a:defRPr>
            </a:lvl1pPr>
            <a:lvl2pPr marL="457200" indent="0" algn="ctr" defTabSz="914400" rtl="0" eaLnBrk="1" latinLnBrk="0" hangingPunct="1">
              <a:lnSpc>
                <a:spcPct val="90000"/>
              </a:lnSpc>
              <a:spcBef>
                <a:spcPts val="500"/>
              </a:spcBef>
              <a:buFont typeface="Arial"/>
              <a:buNone/>
              <a:defRPr sz="2000" kern="1200">
                <a:solidFill>
                  <a:schemeClr val="tx1">
                    <a:tint val="75000"/>
                  </a:schemeClr>
                </a:solidFill>
                <a:latin typeface="+mn-lt"/>
                <a:ea typeface="+mn-ea"/>
                <a:cs typeface="+mn-cs"/>
              </a:defRPr>
            </a:lvl2pPr>
            <a:lvl3pPr marL="914400" indent="0" algn="ctr" defTabSz="914400" rtl="0" eaLnBrk="1" latinLnBrk="0" hangingPunct="1">
              <a:lnSpc>
                <a:spcPct val="90000"/>
              </a:lnSpc>
              <a:spcBef>
                <a:spcPts val="500"/>
              </a:spcBef>
              <a:buFont typeface="Arial"/>
              <a:buNone/>
              <a:defRPr sz="1800" kern="1200">
                <a:solidFill>
                  <a:schemeClr val="tx1">
                    <a:tint val="75000"/>
                  </a:schemeClr>
                </a:solidFill>
                <a:latin typeface="+mn-lt"/>
                <a:ea typeface="+mn-ea"/>
                <a:cs typeface="+mn-cs"/>
              </a:defRPr>
            </a:lvl3pPr>
            <a:lvl4pPr marL="1371600" indent="0" algn="ctr" defTabSz="914400" rtl="0" eaLnBrk="1" latinLnBrk="0" hangingPunct="1">
              <a:lnSpc>
                <a:spcPct val="90000"/>
              </a:lnSpc>
              <a:spcBef>
                <a:spcPts val="500"/>
              </a:spcBef>
              <a:buFont typeface="Arial"/>
              <a:buNone/>
              <a:defRPr sz="1600" kern="1200">
                <a:solidFill>
                  <a:schemeClr val="tx1">
                    <a:tint val="75000"/>
                  </a:schemeClr>
                </a:solidFill>
                <a:latin typeface="+mn-lt"/>
                <a:ea typeface="+mn-ea"/>
                <a:cs typeface="+mn-cs"/>
              </a:defRPr>
            </a:lvl4pPr>
            <a:lvl5pPr marL="1828800" indent="0" algn="ctr" defTabSz="914400" rtl="0" eaLnBrk="1" latinLnBrk="0" hangingPunct="1">
              <a:lnSpc>
                <a:spcPct val="90000"/>
              </a:lnSpc>
              <a:spcBef>
                <a:spcPts val="500"/>
              </a:spcBef>
              <a:buFont typeface="Arial"/>
              <a:buNone/>
              <a:defRPr sz="1600" kern="1200">
                <a:solidFill>
                  <a:schemeClr val="tx1">
                    <a:tint val="75000"/>
                  </a:schemeClr>
                </a:solidFill>
                <a:latin typeface="+mn-lt"/>
                <a:ea typeface="+mn-ea"/>
                <a:cs typeface="+mn-cs"/>
              </a:defRPr>
            </a:lvl5pPr>
            <a:lvl6pPr marL="2286000" indent="0" algn="ctr" defTabSz="914400" rtl="0" eaLnBrk="1" latinLnBrk="0" hangingPunct="1">
              <a:lnSpc>
                <a:spcPct val="90000"/>
              </a:lnSpc>
              <a:spcBef>
                <a:spcPts val="500"/>
              </a:spcBef>
              <a:buFont typeface="Arial"/>
              <a:buNone/>
              <a:defRPr sz="1600" kern="1200">
                <a:solidFill>
                  <a:schemeClr val="tx1">
                    <a:tint val="75000"/>
                  </a:schemeClr>
                </a:solidFill>
                <a:latin typeface="+mn-lt"/>
                <a:ea typeface="+mn-ea"/>
                <a:cs typeface="+mn-cs"/>
              </a:defRPr>
            </a:lvl6pPr>
            <a:lvl7pPr marL="2743200" indent="0" algn="ctr" defTabSz="914400" rtl="0" eaLnBrk="1" latinLnBrk="0" hangingPunct="1">
              <a:lnSpc>
                <a:spcPct val="90000"/>
              </a:lnSpc>
              <a:spcBef>
                <a:spcPts val="500"/>
              </a:spcBef>
              <a:buFont typeface="Arial"/>
              <a:buNone/>
              <a:defRPr sz="1600" kern="1200">
                <a:solidFill>
                  <a:schemeClr val="tx1">
                    <a:tint val="75000"/>
                  </a:schemeClr>
                </a:solidFill>
                <a:latin typeface="+mn-lt"/>
                <a:ea typeface="+mn-ea"/>
                <a:cs typeface="+mn-cs"/>
              </a:defRPr>
            </a:lvl7pPr>
            <a:lvl8pPr marL="3200400" indent="0" algn="ctr" defTabSz="914400" rtl="0" eaLnBrk="1" latinLnBrk="0" hangingPunct="1">
              <a:lnSpc>
                <a:spcPct val="90000"/>
              </a:lnSpc>
              <a:spcBef>
                <a:spcPts val="500"/>
              </a:spcBef>
              <a:buFont typeface="Arial"/>
              <a:buNone/>
              <a:defRPr sz="1600" kern="1200">
                <a:solidFill>
                  <a:schemeClr val="tx1">
                    <a:tint val="75000"/>
                  </a:schemeClr>
                </a:solidFill>
                <a:latin typeface="+mn-lt"/>
                <a:ea typeface="+mn-ea"/>
                <a:cs typeface="+mn-cs"/>
              </a:defRPr>
            </a:lvl8pPr>
            <a:lvl9pPr marL="3657600" indent="0" algn="ctr" defTabSz="914400" rtl="0" eaLnBrk="1" latinLnBrk="0" hangingPunct="1">
              <a:lnSpc>
                <a:spcPct val="90000"/>
              </a:lnSpc>
              <a:spcBef>
                <a:spcPts val="500"/>
              </a:spcBef>
              <a:buFont typeface="Arial"/>
              <a:buNone/>
              <a:defRPr sz="1600" kern="1200">
                <a:solidFill>
                  <a:schemeClr val="tx1">
                    <a:tint val="75000"/>
                  </a:schemeClr>
                </a:solidFill>
                <a:latin typeface="+mn-lt"/>
                <a:ea typeface="+mn-ea"/>
                <a:cs typeface="+mn-cs"/>
              </a:defRPr>
            </a:lvl9pPr>
          </a:lstStyle>
          <a:p>
            <a:pPr algn="l"/>
            <a:r>
              <a:rPr lang="en-US" dirty="0">
                <a:solidFill>
                  <a:schemeClr val="bg1"/>
                </a:solidFill>
                <a:hlinkClick r:id="coverSlideHpLink"/>
              </a:rPr>
              <a:t>View in Power BI</a:t>
            </a:r>
            <a:endParaRPr lang="en-US" dirty="0">
              <a:solidFill>
                <a:schemeClr val="bg1"/>
              </a:solidFill>
            </a:endParaRPr>
          </a:p>
        </p:txBody>
      </p:sp>
      <p:sp>
        <p:nvSpPr>
          <p:cNvPr id="17" name="TextBox 16"/>
          <p:cNvSpPr txBox="1"/>
          <p:nvPr/>
        </p:nvSpPr>
        <p:spPr>
          <a:xfrm>
            <a:off x="832315" y="5823544"/>
            <a:ext cx="2177716" cy="369332"/>
          </a:xfrm>
          <a:prstGeom prst="rect">
            <a:avLst/>
          </a:prstGeom>
          <a:noFill/>
        </p:spPr>
        <p:txBody>
          <a:bodyPr wrap="square" rtlCol="0">
            <a:spAutoFit/>
          </a:bodyPr>
          <a:lstStyle/>
          <a:p>
            <a:r>
              <a:rPr lang="en-US" sz="900" b="1" i="0" dirty="0">
                <a:solidFill>
                  <a:schemeClr val="bg1"/>
                </a:solidFill>
                <a:latin typeface="Segoe UI Semibold" charset="0"/>
                <a:ea typeface="Segoe UI Semibold" charset="0"/>
                <a:cs typeface="Segoe UI Semibold" charset="0"/>
              </a:rPr>
              <a:t>Downloaded at:</a:t>
            </a:r>
          </a:p>
          <a:p>
            <a:r>
              <a:rPr lang="en-US" sz="900" b="0" i="0" dirty="0">
                <a:solidFill>
                  <a:schemeClr val="bg1"/>
                </a:solidFill>
                <a:latin typeface="Segoe UI" charset="0"/>
                <a:ea typeface="Segoe UI" charset="0"/>
                <a:cs typeface="Segoe UI" charset="0"/>
              </a:rPr>
              <a:t>12/12/2025 3:27:07 PM UTC</a:t>
            </a:r>
          </a:p>
        </p:txBody>
      </p:sp>
      <p:sp>
        <p:nvSpPr>
          <p:cNvPr id="10" name="TextBox 9"/>
          <p:cNvSpPr txBox="1"/>
          <p:nvPr/>
        </p:nvSpPr>
        <p:spPr>
          <a:xfrm>
            <a:off x="828512" y="5407903"/>
            <a:ext cx="2177716" cy="369332"/>
          </a:xfrm>
          <a:prstGeom prst="rect">
            <a:avLst/>
          </a:prstGeom>
          <a:noFill/>
        </p:spPr>
        <p:txBody>
          <a:bodyPr wrap="square" rtlCol="0">
            <a:spAutoFit/>
          </a:bodyPr>
          <a:lstStyle/>
          <a:p>
            <a:r>
              <a:rPr lang="en-US" sz="900" b="1" dirty="0">
                <a:solidFill>
                  <a:schemeClr val="bg1"/>
                </a:solidFill>
                <a:latin typeface="Segoe UI Semibold" charset="0"/>
                <a:ea typeface="Segoe UI Semibold" charset="0"/>
                <a:cs typeface="Segoe UI Semibold" charset="0"/>
              </a:rPr>
              <a:t>Last data refresh:</a:t>
            </a:r>
            <a:endParaRPr lang="en-US" sz="900" b="1" i="0" dirty="0">
              <a:solidFill>
                <a:schemeClr val="bg1"/>
              </a:solidFill>
              <a:latin typeface="Segoe UI Semibold" charset="0"/>
              <a:ea typeface="Segoe UI Semibold" charset="0"/>
              <a:cs typeface="Segoe UI Semibold" charset="0"/>
            </a:endParaRPr>
          </a:p>
          <a:p>
            <a:r>
              <a:rPr lang="en-US" sz="900" dirty="0">
                <a:solidFill>
                  <a:schemeClr val="bg1"/>
                </a:solidFill>
                <a:latin typeface="Segoe UI" charset="0"/>
                <a:ea typeface="Segoe UI" charset="0"/>
                <a:cs typeface="Segoe UI" charset="0"/>
              </a:rPr>
              <a:t>12/12/2025 3:06:02 PM UTC</a:t>
            </a:r>
            <a:endParaRPr lang="en-US" sz="900" b="0" i="0" dirty="0">
              <a:solidFill>
                <a:schemeClr val="bg1"/>
              </a:solidFill>
              <a:latin typeface="Segoe UI" charset="0"/>
              <a:ea typeface="Segoe UI" charset="0"/>
              <a:cs typeface="Segoe UI" charset="0"/>
            </a:endParaRPr>
          </a:p>
        </p:txBody>
      </p:sp>
      <p:pic>
        <p:nvPicPr>
          <p:cNvPr id="16" name="Picture 15" descr="Microsoft Power BI"/>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23544" y="722376"/>
            <a:ext cx="1490690" cy="245805"/>
          </a:xfrm>
          <a:prstGeom prst="rect">
            <a:avLst/>
          </a:prstGeom>
        </p:spPr>
      </p:pic>
      <p:pic>
        <p:nvPicPr>
          <p:cNvPr id="18" name="Picture 17">
            <a:extLst>
              <a:ext uri="{C183D7F6-B498-43B3-948B-1728B52AA6E4}">
                <adec:decorative xmlns:adec="http://schemas.microsoft.com/office/drawing/2017/decorative" val="1"/>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2139696" y="3694176"/>
            <a:ext cx="162027" cy="153025"/>
          </a:xfrm>
          <a:prstGeom prst="rect">
            <a:avLst/>
          </a:prstGeom>
        </p:spPr>
      </p:pic>
    </p:spTree>
    <p:extLst>
      <p:ext uri="{BB962C8B-B14F-4D97-AF65-F5344CB8AC3E}">
        <p14:creationId xmlns:p14="http://schemas.microsoft.com/office/powerpoint/2010/main" val="7630729"/>
      </p:ext>
    </p:extLst>
  </p:cSld>
  <p:clrMapOvr>
    <a:masterClrMapping/>
  </p:clrMapOvr>
</p:sld>
</file>

<file path=ppt/slides/slide2.xml><?xml version="1.0" encoding="utf-8"?>
<p:sld xmlns:p="http://schemas.openxmlformats.org/presentationml/2006/main">
  <p:cSld>
    <p:spTree>
      <p:nvGrpSpPr>
        <p:cNvPr id="1" name=""/>
        <p:cNvGrpSpPr/>
        <p:nvPr/>
      </p:nvGrpSpPr>
      <p:grpSpPr/>
      <p:pic>
        <p:nvPicPr>
          <p:cNvPr id="3" name="Picture" title="This slide contains the following visuals: HH Members Interviewed By FW ,actionButton ,card ,textbox ,textbox ,(HH Member Tool) Type of respondent interviewed by field worker ,HH members errors comitted by FW and Tool Section ,(Women Tool) Number of Women Interviewed By FW ,Women Tool errors comitted by FW and Tool Section ,(Women Tool) Number of Women by HH status Interviewed By FW ,shape ,shape. Please refer to the notes on this slide for details">
            <a:hlinkClick xmlns:r="http://schemas.openxmlformats.org/officeDocument/2006/relationships" xmlns:a="http://schemas.openxmlformats.org/drawingml/2006/main" r:id="RelId0"/>
          </p:cNvPr>
          <p:cNvPicPr>
            <a:picLocks xmlns:a="http://schemas.openxmlformats.org/drawingml/2006/main" noChangeAspect="1"/>
          </p:cNvPicPr>
          <p:nvPr/>
        </p:nvPicPr>
        <p:blipFill>
          <a:blip xmlns:r="http://schemas.openxmlformats.org/officeDocument/2006/relationships" xmlns:a="http://schemas.openxmlformats.org/drawingml/2006/main" r:embed="imgId44303175"/>
          <a:stretch xmlns:a="http://schemas.openxmlformats.org/drawingml/2006/main">
            <a:fillRect/>
          </a:stretch>
        </p:blipFill>
        <p:spPr>
          <a:xfrm xmlns:a="http://schemas.openxmlformats.org/drawingml/2006/main">
            <a:off x="2343150" y="0"/>
            <a:ext cx="7496175" cy="6858000"/>
          </a:xfrm>
          <a:prstGeom xmlns:a="http://schemas.openxmlformats.org/drawingml/2006/main" prst="rect">
            <a:avLst/>
          </a:prstGeom>
          <a:noFill xmlns:a="http://schemas.openxmlformats.org/drawingml/2006/main"/>
        </p:spPr>
      </p:pic>
      <p:sp>
        <p:nvSpPr>
          <p:cNvPr id="4" name="Title" hidden="1"/>
          <p:cNvSpPr>
            <a:spLocks xmlns:a="http://schemas.openxmlformats.org/drawingml/2006/main" noGrp="1"/>
          </p:cNvSpPr>
          <p:nvPr>
            <p:ph type="title"/>
          </p:nvPr>
        </p:nvSpPr>
        <p:spPr/>
        <p:txBody>
          <a:bodyPr xmlns:a="http://schemas.openxmlformats.org/drawingml/2006/main"/>
          <a:lstStyle xmlns:a="http://schemas.openxmlformats.org/drawingml/2006/main"/>
          <a:p xmlns:a="http://schemas.openxmlformats.org/drawingml/2006/main">
            <a:r>
              <a:t>Daily Work Summary</a:t>
            </a:r>
          </a:p>
        </p:txBody>
      </p:sp>
    </p:spTree>
    <p:clrMapOvr>
      <a:masterClrMapping xmlns:a="http://schemas.openxmlformats.org/drawingml/2006/main"/>
    </p:clrMapOvr>
  </p:cSld>
</p:sld>
</file>

<file path=ppt/slides/slide3.xml><?xml version="1.0" encoding="utf-8"?>
<p:sld xmlns:p="http://schemas.openxmlformats.org/presentationml/2006/main">
  <p:cSld>
    <p:spTree>
      <p:nvGrpSpPr>
        <p:cNvPr id="1" name=""/>
        <p:cNvGrpSpPr/>
        <p:nvPr/>
      </p:nvGrpSpPr>
      <p:grpSpPr/>
      <p:pic>
        <p:nvPicPr>
          <p:cNvPr id="3" name="Picture" title="This slide contains the following visuals: Interviews Conducted By Field Worker ,slicer ,Distribution of Interviews By Village ,actionButton ,card ,textbox ,textbox ,gauge ,Who is the respondent? ,Can the interview be conducted? ,Interviews By Zones and Study Arm ,slicer ,slicer ,slicer ,Number of HH Members Interviewed in a HH ,textbox. Please refer to the notes on this slide for details">
            <a:hlinkClick xmlns:r="http://schemas.openxmlformats.org/officeDocument/2006/relationships" xmlns:a="http://schemas.openxmlformats.org/drawingml/2006/main" r:id="RelId1"/>
          </p:cNvPr>
          <p:cNvPicPr>
            <a:picLocks xmlns:a="http://schemas.openxmlformats.org/drawingml/2006/main" noChangeAspect="1"/>
          </p:cNvPicPr>
          <p:nvPr/>
        </p:nvPicPr>
        <p:blipFill>
          <a:blip xmlns:r="http://schemas.openxmlformats.org/officeDocument/2006/relationships" xmlns:a="http://schemas.openxmlformats.org/drawingml/2006/main" r:embed="imgId44303176"/>
          <a:stretch xmlns:a="http://schemas.openxmlformats.org/drawingml/2006/main">
            <a:fillRect/>
          </a:stretch>
        </p:blipFill>
        <p:spPr>
          <a:xfrm xmlns:a="http://schemas.openxmlformats.org/drawingml/2006/main">
            <a:off x="923925" y="0"/>
            <a:ext cx="10325100" cy="6848475"/>
          </a:xfrm>
          <a:prstGeom xmlns:a="http://schemas.openxmlformats.org/drawingml/2006/main" prst="rect">
            <a:avLst/>
          </a:prstGeom>
          <a:noFill xmlns:a="http://schemas.openxmlformats.org/drawingml/2006/main"/>
        </p:spPr>
      </p:pic>
      <p:sp>
        <p:nvSpPr>
          <p:cNvPr id="4" name="Title" hidden="1"/>
          <p:cNvSpPr>
            <a:spLocks xmlns:a="http://schemas.openxmlformats.org/drawingml/2006/main" noGrp="1"/>
          </p:cNvSpPr>
          <p:nvPr>
            <p:ph type="title"/>
          </p:nvPr>
        </p:nvSpPr>
        <p:spPr/>
        <p:txBody>
          <a:bodyPr xmlns:a="http://schemas.openxmlformats.org/drawingml/2006/main"/>
          <a:lstStyle xmlns:a="http://schemas.openxmlformats.org/drawingml/2006/main"/>
          <a:p xmlns:a="http://schemas.openxmlformats.org/drawingml/2006/main">
            <a:r>
              <a:t>HHmembers-Summary</a:t>
            </a:r>
          </a:p>
        </p:txBody>
      </p:sp>
    </p:spTree>
    <p:clrMapOvr>
      <a:masterClrMapping xmlns:a="http://schemas.openxmlformats.org/drawingml/2006/main"/>
    </p:clrMapOvr>
  </p:cSld>
</p:sld>
</file>

<file path=ppt/slides/slide4.xml><?xml version="1.0" encoding="utf-8"?>
<p:sld xmlns:p="http://schemas.openxmlformats.org/presentationml/2006/main">
  <p:cSld>
    <p:spTree>
      <p:nvGrpSpPr>
        <p:cNvPr id="1" name=""/>
        <p:cNvGrpSpPr/>
        <p:nvPr/>
      </p:nvGrpSpPr>
      <p:grpSpPr/>
      <p:pic>
        <p:nvPicPr>
          <p:cNvPr id="3" name="Picture" title="This slide contains the following visuals: slicer ,card ,Total Queries By Fieldworker ,Total Error Type By Fieldworker ,slicer ,slicer ,Queries Question Numbers ,card ,textbox ,textbox ,textbox. Please refer to the notes on this slide for details">
            <a:hlinkClick xmlns:r="http://schemas.openxmlformats.org/officeDocument/2006/relationships" xmlns:a="http://schemas.openxmlformats.org/drawingml/2006/main" r:id="RelId2"/>
          </p:cNvPr>
          <p:cNvPicPr>
            <a:picLocks xmlns:a="http://schemas.openxmlformats.org/drawingml/2006/main" noChangeAspect="1"/>
          </p:cNvPicPr>
          <p:nvPr/>
        </p:nvPicPr>
        <p:blipFill>
          <a:blip xmlns:r="http://schemas.openxmlformats.org/officeDocument/2006/relationships" xmlns:a="http://schemas.openxmlformats.org/drawingml/2006/main" r:embed="imgId44303177"/>
          <a:stretch xmlns:a="http://schemas.openxmlformats.org/drawingml/2006/main">
            <a:fillRect/>
          </a:stretch>
        </p:blipFill>
        <p:spPr>
          <a:xfrm xmlns:a="http://schemas.openxmlformats.org/drawingml/2006/main">
            <a:off x="1685925" y="0"/>
            <a:ext cx="8801100" cy="6848475"/>
          </a:xfrm>
          <a:prstGeom xmlns:a="http://schemas.openxmlformats.org/drawingml/2006/main" prst="rect">
            <a:avLst/>
          </a:prstGeom>
          <a:noFill xmlns:a="http://schemas.openxmlformats.org/drawingml/2006/main"/>
        </p:spPr>
      </p:pic>
      <p:sp>
        <p:nvSpPr>
          <p:cNvPr id="4" name="Title" hidden="1"/>
          <p:cNvSpPr>
            <a:spLocks xmlns:a="http://schemas.openxmlformats.org/drawingml/2006/main" noGrp="1"/>
          </p:cNvSpPr>
          <p:nvPr>
            <p:ph type="title"/>
          </p:nvPr>
        </p:nvSpPr>
        <p:spPr/>
        <p:txBody>
          <a:bodyPr xmlns:a="http://schemas.openxmlformats.org/drawingml/2006/main"/>
          <a:lstStyle xmlns:a="http://schemas.openxmlformats.org/drawingml/2006/main"/>
          <a:p xmlns:a="http://schemas.openxmlformats.org/drawingml/2006/main">
            <a:r>
              <a:t>HHmembers-Queries</a:t>
            </a:r>
          </a:p>
        </p:txBody>
      </p:sp>
    </p:spTree>
    <p:clrMapOvr>
      <a:masterClrMapping xmlns:a="http://schemas.openxmlformats.org/drawingml/2006/main"/>
    </p:clrMapOvr>
  </p:cSld>
</p:sld>
</file>

<file path=ppt/slides/slide5.xml><?xml version="1.0" encoding="utf-8"?>
<p:sld xmlns:p="http://schemas.openxmlformats.org/presentationml/2006/main">
  <p:cSld>
    <p:spTree>
      <p:nvGrpSpPr>
        <p:cNvPr id="1" name=""/>
        <p:cNvGrpSpPr/>
        <p:nvPr/>
      </p:nvGrpSpPr>
      <p:grpSpPr/>
      <p:pic>
        <p:nvPicPr>
          <p:cNvPr id="3" name="Picture" title="This slide contains the following visuals: slicer ,card ,slicer ,slicer ,card ,textbox ,textbox ,textbox ,Total Queries by Field Worker and Error Type  ,Total Queries by Field Worker and Tool Sections. Please refer to the notes on this slide for details">
            <a:hlinkClick xmlns:r="http://schemas.openxmlformats.org/officeDocument/2006/relationships" xmlns:a="http://schemas.openxmlformats.org/drawingml/2006/main" r:id="RelId3"/>
          </p:cNvPr>
          <p:cNvPicPr>
            <a:picLocks xmlns:a="http://schemas.openxmlformats.org/drawingml/2006/main" noChangeAspect="1"/>
          </p:cNvPicPr>
          <p:nvPr/>
        </p:nvPicPr>
        <p:blipFill>
          <a:blip xmlns:r="http://schemas.openxmlformats.org/officeDocument/2006/relationships" xmlns:a="http://schemas.openxmlformats.org/drawingml/2006/main" r:embed="imgId44303178"/>
          <a:stretch xmlns:a="http://schemas.openxmlformats.org/drawingml/2006/main">
            <a:fillRect/>
          </a:stretch>
        </p:blipFill>
        <p:spPr>
          <a:xfrm xmlns:a="http://schemas.openxmlformats.org/drawingml/2006/main">
            <a:off x="2571750" y="0"/>
            <a:ext cx="7029450" cy="6848475"/>
          </a:xfrm>
          <a:prstGeom xmlns:a="http://schemas.openxmlformats.org/drawingml/2006/main" prst="rect">
            <a:avLst/>
          </a:prstGeom>
          <a:noFill xmlns:a="http://schemas.openxmlformats.org/drawingml/2006/main"/>
        </p:spPr>
      </p:pic>
      <p:sp>
        <p:nvSpPr>
          <p:cNvPr id="4" name="Title" hidden="1"/>
          <p:cNvSpPr>
            <a:spLocks xmlns:a="http://schemas.openxmlformats.org/drawingml/2006/main" noGrp="1"/>
          </p:cNvSpPr>
          <p:nvPr>
            <p:ph type="title"/>
          </p:nvPr>
        </p:nvSpPr>
        <p:spPr/>
        <p:txBody>
          <a:bodyPr xmlns:a="http://schemas.openxmlformats.org/drawingml/2006/main"/>
          <a:lstStyle xmlns:a="http://schemas.openxmlformats.org/drawingml/2006/main"/>
          <a:p xmlns:a="http://schemas.openxmlformats.org/drawingml/2006/main">
            <a:r>
              <a:t>HHmembers-Queries 2</a:t>
            </a:r>
          </a:p>
        </p:txBody>
      </p:sp>
    </p:spTree>
    <p:clrMapOvr>
      <a:masterClrMapping xmlns:a="http://schemas.openxmlformats.org/drawingml/2006/main"/>
    </p:clrMapOvr>
  </p:cSld>
</p:sld>
</file>

<file path=ppt/slides/slide6.xml><?xml version="1.0" encoding="utf-8"?>
<p:sld xmlns:p="http://schemas.openxmlformats.org/presentationml/2006/main">
  <p:cSld>
    <p:spTree>
      <p:nvGrpSpPr>
        <p:cNvPr id="1" name=""/>
        <p:cNvGrpSpPr/>
        <p:nvPr/>
      </p:nvGrpSpPr>
      <p:grpSpPr/>
      <p:pic>
        <p:nvPicPr>
          <p:cNvPr id="3" name="Picture" title="This slide contains the following visuals: Interviews Conducted By Field Worker ,slicer ,Distribution of Interviews By Village ,actionButton ,card ,textbox ,textbox ,gauge ,Woman as HoH ,Response Status ,Interviews By Zones and Study Arm ,slicer ,slicer ,slicer ,textbox. Please refer to the notes on this slide for details">
            <a:hlinkClick xmlns:r="http://schemas.openxmlformats.org/officeDocument/2006/relationships" xmlns:a="http://schemas.openxmlformats.org/drawingml/2006/main" r:id="RelId4"/>
          </p:cNvPr>
          <p:cNvPicPr>
            <a:picLocks xmlns:a="http://schemas.openxmlformats.org/drawingml/2006/main" noChangeAspect="1"/>
          </p:cNvPicPr>
          <p:nvPr/>
        </p:nvPicPr>
        <p:blipFill>
          <a:blip xmlns:r="http://schemas.openxmlformats.org/officeDocument/2006/relationships" xmlns:a="http://schemas.openxmlformats.org/drawingml/2006/main" r:embed="imgId44303179"/>
          <a:stretch xmlns:a="http://schemas.openxmlformats.org/drawingml/2006/main">
            <a:fillRect/>
          </a:stretch>
        </p:blipFill>
        <p:spPr>
          <a:xfrm xmlns:a="http://schemas.openxmlformats.org/drawingml/2006/main">
            <a:off x="923925" y="0"/>
            <a:ext cx="10325100" cy="6848475"/>
          </a:xfrm>
          <a:prstGeom xmlns:a="http://schemas.openxmlformats.org/drawingml/2006/main" prst="rect">
            <a:avLst/>
          </a:prstGeom>
          <a:noFill xmlns:a="http://schemas.openxmlformats.org/drawingml/2006/main"/>
        </p:spPr>
      </p:pic>
      <p:sp>
        <p:nvSpPr>
          <p:cNvPr id="4" name="Title" hidden="1"/>
          <p:cNvSpPr>
            <a:spLocks xmlns:a="http://schemas.openxmlformats.org/drawingml/2006/main" noGrp="1"/>
          </p:cNvSpPr>
          <p:nvPr>
            <p:ph type="title"/>
          </p:nvPr>
        </p:nvSpPr>
        <p:spPr/>
        <p:txBody>
          <a:bodyPr xmlns:a="http://schemas.openxmlformats.org/drawingml/2006/main"/>
          <a:lstStyle xmlns:a="http://schemas.openxmlformats.org/drawingml/2006/main"/>
          <a:p xmlns:a="http://schemas.openxmlformats.org/drawingml/2006/main">
            <a:r>
              <a:t>Women-Summary</a:t>
            </a:r>
          </a:p>
        </p:txBody>
      </p:sp>
    </p:spTree>
    <p:clrMapOvr>
      <a:masterClrMapping xmlns:a="http://schemas.openxmlformats.org/drawingml/2006/main"/>
    </p:clrMapOvr>
  </p:cSld>
</p:sld>
</file>

<file path=ppt/slides/slide7.xml><?xml version="1.0" encoding="utf-8"?>
<p:sld xmlns:p="http://schemas.openxmlformats.org/presentationml/2006/main">
  <p:cSld>
    <p:spTree>
      <p:nvGrpSpPr>
        <p:cNvPr id="1" name=""/>
        <p:cNvGrpSpPr/>
        <p:nvPr/>
      </p:nvGrpSpPr>
      <p:grpSpPr/>
      <p:pic>
        <p:nvPicPr>
          <p:cNvPr id="3" name="Picture" title="This slide contains the following visuals: slicer ,card ,Total Queries By Fieldworker ,Total Error Type By Fieldworker ,slicer ,slicer ,Queries Question Numbers ,card ,textbox ,textbox ,textbox. Please refer to the notes on this slide for details">
            <a:hlinkClick xmlns:r="http://schemas.openxmlformats.org/officeDocument/2006/relationships" xmlns:a="http://schemas.openxmlformats.org/drawingml/2006/main" r:id="RelId5"/>
          </p:cNvPr>
          <p:cNvPicPr>
            <a:picLocks xmlns:a="http://schemas.openxmlformats.org/drawingml/2006/main" noChangeAspect="1"/>
          </p:cNvPicPr>
          <p:nvPr/>
        </p:nvPicPr>
        <p:blipFill>
          <a:blip xmlns:r="http://schemas.openxmlformats.org/officeDocument/2006/relationships" xmlns:a="http://schemas.openxmlformats.org/drawingml/2006/main" r:embed="imgId44303180"/>
          <a:stretch xmlns:a="http://schemas.openxmlformats.org/drawingml/2006/main">
            <a:fillRect/>
          </a:stretch>
        </p:blipFill>
        <p:spPr>
          <a:xfrm xmlns:a="http://schemas.openxmlformats.org/drawingml/2006/main">
            <a:off x="1685925" y="0"/>
            <a:ext cx="8801100" cy="6848475"/>
          </a:xfrm>
          <a:prstGeom xmlns:a="http://schemas.openxmlformats.org/drawingml/2006/main" prst="rect">
            <a:avLst/>
          </a:prstGeom>
          <a:noFill xmlns:a="http://schemas.openxmlformats.org/drawingml/2006/main"/>
        </p:spPr>
      </p:pic>
      <p:sp>
        <p:nvSpPr>
          <p:cNvPr id="4" name="Title" hidden="1"/>
          <p:cNvSpPr>
            <a:spLocks xmlns:a="http://schemas.openxmlformats.org/drawingml/2006/main" noGrp="1"/>
          </p:cNvSpPr>
          <p:nvPr>
            <p:ph type="title"/>
          </p:nvPr>
        </p:nvSpPr>
        <p:spPr/>
        <p:txBody>
          <a:bodyPr xmlns:a="http://schemas.openxmlformats.org/drawingml/2006/main"/>
          <a:lstStyle xmlns:a="http://schemas.openxmlformats.org/drawingml/2006/main"/>
          <a:p xmlns:a="http://schemas.openxmlformats.org/drawingml/2006/main">
            <a:r>
              <a:t>Women-Queries</a:t>
            </a:r>
          </a:p>
        </p:txBody>
      </p:sp>
    </p:spTree>
    <p:clrMapOvr>
      <a:masterClrMapping xmlns:a="http://schemas.openxmlformats.org/drawingml/2006/main"/>
    </p:clrMapOvr>
  </p:cSld>
</p:sld>
</file>

<file path=ppt/slides/slide8.xml><?xml version="1.0" encoding="utf-8"?>
<p:sld xmlns:p="http://schemas.openxmlformats.org/presentationml/2006/main">
  <p:cSld>
    <p:spTree>
      <p:nvGrpSpPr>
        <p:cNvPr id="1" name=""/>
        <p:cNvGrpSpPr/>
        <p:nvPr/>
      </p:nvGrpSpPr>
      <p:grpSpPr/>
      <p:pic>
        <p:nvPicPr>
          <p:cNvPr id="3" name="Picture" title="This slide contains the following visuals: card ,multiRowCard ,Interviews Conducted By Field Worker ,slicer ,slicer ,slicer ,Daily Data Sync status ,actionButton ,slicer ,card ,textbox ,textbox ,textbox. Please refer to the notes on this slide for details">
            <a:hlinkClick xmlns:r="http://schemas.openxmlformats.org/officeDocument/2006/relationships" xmlns:a="http://schemas.openxmlformats.org/drawingml/2006/main" r:id="RelId6"/>
          </p:cNvPr>
          <p:cNvPicPr>
            <a:picLocks xmlns:a="http://schemas.openxmlformats.org/drawingml/2006/main" noChangeAspect="1"/>
          </p:cNvPicPr>
          <p:nvPr/>
        </p:nvPicPr>
        <p:blipFill>
          <a:blip xmlns:r="http://schemas.openxmlformats.org/officeDocument/2006/relationships" xmlns:a="http://schemas.openxmlformats.org/drawingml/2006/main" r:embed="imgId44303181"/>
          <a:stretch xmlns:a="http://schemas.openxmlformats.org/drawingml/2006/main">
            <a:fillRect/>
          </a:stretch>
        </p:blipFill>
        <p:spPr>
          <a:xfrm xmlns:a="http://schemas.openxmlformats.org/drawingml/2006/main">
            <a:off x="161925" y="0"/>
            <a:ext cx="11858625" cy="6858000"/>
          </a:xfrm>
          <a:prstGeom xmlns:a="http://schemas.openxmlformats.org/drawingml/2006/main" prst="rect">
            <a:avLst/>
          </a:prstGeom>
          <a:noFill xmlns:a="http://schemas.openxmlformats.org/drawingml/2006/main"/>
        </p:spPr>
      </p:pic>
      <p:sp>
        <p:nvSpPr>
          <p:cNvPr id="4" name="Title" hidden="1"/>
          <p:cNvSpPr>
            <a:spLocks xmlns:a="http://schemas.openxmlformats.org/drawingml/2006/main" noGrp="1"/>
          </p:cNvSpPr>
          <p:nvPr>
            <p:ph type="title"/>
          </p:nvPr>
        </p:nvSpPr>
        <p:spPr/>
        <p:txBody>
          <a:bodyPr xmlns:a="http://schemas.openxmlformats.org/drawingml/2006/main"/>
          <a:lstStyle xmlns:a="http://schemas.openxmlformats.org/drawingml/2006/main"/>
          <a:p xmlns:a="http://schemas.openxmlformats.org/drawingml/2006/main">
            <a:r>
              <a:t>HW-Summary</a:t>
            </a:r>
          </a:p>
        </p:txBody>
      </p:sp>
    </p:spTree>
    <p:clrMapOvr>
      <a:masterClrMapping xmlns:a="http://schemas.openxmlformats.org/drawingml/2006/main"/>
    </p:clrMapOvr>
  </p:cSld>
</p:sld>
</file>

<file path=ppt/slides/slide9.xml><?xml version="1.0" encoding="utf-8"?>
<p:sld xmlns:p="http://schemas.openxmlformats.org/presentationml/2006/main">
  <p:cSld>
    <p:spTree>
      <p:nvGrpSpPr>
        <p:cNvPr id="1" name=""/>
        <p:cNvGrpSpPr/>
        <p:nvPr/>
      </p:nvGrpSpPr>
      <p:grpSpPr/>
      <p:pic>
        <p:nvPicPr>
          <p:cNvPr id="3" name="Picture" title="This slide contains the following visuals: card ,multiRowCard ,Number of Participants Interviewed in Hospitals By Field Worker ,slicer ,slicer ,slicer ,slicer ,Number of Participants Interviewed in Health Centers By Field Worker ,Number of Participants Interviewed in CHPS By Field Worker ,Interviews Conducted By Field Worker ,card ,textbox ,textbox ,textbox. Please refer to the notes on this slide for details">
            <a:hlinkClick xmlns:r="http://schemas.openxmlformats.org/officeDocument/2006/relationships" xmlns:a="http://schemas.openxmlformats.org/drawingml/2006/main" r:id="RelId7"/>
          </p:cNvPr>
          <p:cNvPicPr>
            <a:picLocks xmlns:a="http://schemas.openxmlformats.org/drawingml/2006/main" noChangeAspect="1"/>
          </p:cNvPicPr>
          <p:nvPr/>
        </p:nvPicPr>
        <p:blipFill>
          <a:blip xmlns:r="http://schemas.openxmlformats.org/officeDocument/2006/relationships" xmlns:a="http://schemas.openxmlformats.org/drawingml/2006/main" r:embed="imgId44303182"/>
          <a:stretch xmlns:a="http://schemas.openxmlformats.org/drawingml/2006/main">
            <a:fillRect/>
          </a:stretch>
        </p:blipFill>
        <p:spPr>
          <a:xfrm xmlns:a="http://schemas.openxmlformats.org/drawingml/2006/main">
            <a:off x="3457575" y="0"/>
            <a:ext cx="5257800" cy="6858000"/>
          </a:xfrm>
          <a:prstGeom xmlns:a="http://schemas.openxmlformats.org/drawingml/2006/main" prst="rect">
            <a:avLst/>
          </a:prstGeom>
          <a:noFill xmlns:a="http://schemas.openxmlformats.org/drawingml/2006/main"/>
        </p:spPr>
      </p:pic>
      <p:sp>
        <p:nvSpPr>
          <p:cNvPr id="4" name="Title" hidden="1"/>
          <p:cNvSpPr>
            <a:spLocks xmlns:a="http://schemas.openxmlformats.org/drawingml/2006/main" noGrp="1"/>
          </p:cNvSpPr>
          <p:nvPr>
            <p:ph type="title"/>
          </p:nvPr>
        </p:nvSpPr>
        <p:spPr/>
        <p:txBody>
          <a:bodyPr xmlns:a="http://schemas.openxmlformats.org/drawingml/2006/main"/>
          <a:lstStyle xmlns:a="http://schemas.openxmlformats.org/drawingml/2006/main"/>
          <a:p xmlns:a="http://schemas.openxmlformats.org/drawingml/2006/main">
            <a:r>
              <a:t>HW-Summary 2</a:t>
            </a:r>
          </a:p>
        </p:txBody>
      </p:sp>
    </p:spTree>
    <p:clrMapOvr>
      <a:masterClrMapping xmlns:a="http://schemas.openxmlformats.org/drawingml/2006/main"/>
    </p:clrMapOvr>
  </p:cSld>
</p:sld>
</file>

<file path=ppt/slides/slidea.xml><?xml version="1.0" encoding="utf-8"?>
<p:sld xmlns:p="http://schemas.openxmlformats.org/presentationml/2006/main">
  <p:cSld>
    <p:spTree>
      <p:nvGrpSpPr>
        <p:cNvPr id="1" name=""/>
        <p:cNvGrpSpPr/>
        <p:nvPr/>
      </p:nvGrpSpPr>
      <p:grpSpPr/>
      <p:pic>
        <p:nvPicPr>
          <p:cNvPr id="3" name="Picture" title="This slide contains the following visuals: Total HCWs Interviewed By Facility ,slicer ,slicer ,slicer ,Gender Distribution ,Profession Distribution ,Age Group Distribution ,slicer ,card ,textbox ,textbox ,Total HCWs Interviewed By Facility ,textbox. Please refer to the notes on this slide for details">
            <a:hlinkClick xmlns:r="http://schemas.openxmlformats.org/officeDocument/2006/relationships" xmlns:a="http://schemas.openxmlformats.org/drawingml/2006/main" r:id="RelId8"/>
          </p:cNvPr>
          <p:cNvPicPr>
            <a:picLocks xmlns:a="http://schemas.openxmlformats.org/drawingml/2006/main" noChangeAspect="1"/>
          </p:cNvPicPr>
          <p:nvPr/>
        </p:nvPicPr>
        <p:blipFill>
          <a:blip xmlns:r="http://schemas.openxmlformats.org/officeDocument/2006/relationships" xmlns:a="http://schemas.openxmlformats.org/drawingml/2006/main" r:embed="imgId44303183"/>
          <a:stretch xmlns:a="http://schemas.openxmlformats.org/drawingml/2006/main">
            <a:fillRect/>
          </a:stretch>
        </p:blipFill>
        <p:spPr>
          <a:xfrm xmlns:a="http://schemas.openxmlformats.org/drawingml/2006/main">
            <a:off x="2066925" y="0"/>
            <a:ext cx="8048625" cy="6848475"/>
          </a:xfrm>
          <a:prstGeom xmlns:a="http://schemas.openxmlformats.org/drawingml/2006/main" prst="rect">
            <a:avLst/>
          </a:prstGeom>
          <a:noFill xmlns:a="http://schemas.openxmlformats.org/drawingml/2006/main"/>
        </p:spPr>
      </p:pic>
      <p:sp>
        <p:nvSpPr>
          <p:cNvPr id="4" name="Title" hidden="1"/>
          <p:cNvSpPr>
            <a:spLocks xmlns:a="http://schemas.openxmlformats.org/drawingml/2006/main" noGrp="1"/>
          </p:cNvSpPr>
          <p:nvPr>
            <p:ph type="title"/>
          </p:nvPr>
        </p:nvSpPr>
        <p:spPr/>
        <p:txBody>
          <a:bodyPr xmlns:a="http://schemas.openxmlformats.org/drawingml/2006/main"/>
          <a:lstStyle xmlns:a="http://schemas.openxmlformats.org/drawingml/2006/main"/>
          <a:p xmlns:a="http://schemas.openxmlformats.org/drawingml/2006/main">
            <a:r>
              <a:t>HW-Epid</a:t>
            </a:r>
          </a:p>
        </p:txBody>
      </p:sp>
    </p:spTree>
    <p:clrMapOvr>
      <a:masterClrMapping xmlns:a="http://schemas.openxmlformats.org/drawingml/2006/main"/>
    </p:clrMapOvr>
  </p:cSld>
</p:sld>
</file>

<file path=ppt/slides/slideb.xml><?xml version="1.0" encoding="utf-8"?>
<p:sld xmlns:p="http://schemas.openxmlformats.org/presentationml/2006/main">
  <p:cSld>
    <p:spTree>
      <p:nvGrpSpPr>
        <p:cNvPr id="1" name=""/>
        <p:cNvGrpSpPr/>
        <p:nvPr/>
      </p:nvGrpSpPr>
      <p:grpSpPr/>
      <p:pic>
        <p:nvPicPr>
          <p:cNvPr id="3" name="Picture" title="This slide contains the following visuals: slicer ,card ,Total Queries By Fieldworker ,Total Error Type By Fieldworker ,slicer ,slicer ,Queries Question Numbers ,card ,textbox ,textbox ,textbox. Please refer to the notes on this slide for details">
            <a:hlinkClick xmlns:r="http://schemas.openxmlformats.org/officeDocument/2006/relationships" xmlns:a="http://schemas.openxmlformats.org/drawingml/2006/main" r:id="RelId9"/>
          </p:cNvPr>
          <p:cNvPicPr>
            <a:picLocks xmlns:a="http://schemas.openxmlformats.org/drawingml/2006/main" noChangeAspect="1"/>
          </p:cNvPicPr>
          <p:nvPr/>
        </p:nvPicPr>
        <p:blipFill>
          <a:blip xmlns:r="http://schemas.openxmlformats.org/officeDocument/2006/relationships" xmlns:a="http://schemas.openxmlformats.org/drawingml/2006/main" r:embed="imgId44303184"/>
          <a:stretch xmlns:a="http://schemas.openxmlformats.org/drawingml/2006/main">
            <a:fillRect/>
          </a:stretch>
        </p:blipFill>
        <p:spPr>
          <a:xfrm xmlns:a="http://schemas.openxmlformats.org/drawingml/2006/main">
            <a:off x="1685925" y="0"/>
            <a:ext cx="8801100" cy="6848475"/>
          </a:xfrm>
          <a:prstGeom xmlns:a="http://schemas.openxmlformats.org/drawingml/2006/main" prst="rect">
            <a:avLst/>
          </a:prstGeom>
          <a:noFill xmlns:a="http://schemas.openxmlformats.org/drawingml/2006/main"/>
        </p:spPr>
      </p:pic>
      <p:sp>
        <p:nvSpPr>
          <p:cNvPr id="4" name="Title" hidden="1"/>
          <p:cNvSpPr>
            <a:spLocks xmlns:a="http://schemas.openxmlformats.org/drawingml/2006/main" noGrp="1"/>
          </p:cNvSpPr>
          <p:nvPr>
            <p:ph type="title"/>
          </p:nvPr>
        </p:nvSpPr>
        <p:spPr/>
        <p:txBody>
          <a:bodyPr xmlns:a="http://schemas.openxmlformats.org/drawingml/2006/main"/>
          <a:lstStyle xmlns:a="http://schemas.openxmlformats.org/drawingml/2006/main"/>
          <a:p xmlns:a="http://schemas.openxmlformats.org/drawingml/2006/main">
            <a:r>
              <a:t>HW-Queries</a:t>
            </a:r>
          </a:p>
        </p:txBody>
      </p:sp>
    </p:spTree>
    <p:clrMapOvr>
      <a:masterClrMapping xmlns:a="http://schemas.openxmlformats.org/drawingml/2006/main"/>
    </p:clrMapOvr>
  </p:cSld>
</p:sld>
</file>

<file path=ppt/theme/theme1.xml><?xml version="1.0" encoding="utf-8"?>
<a:theme xmlns:a="http://schemas.openxmlformats.org/drawingml/2006/main" name="Custom Design">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5</TotalTime>
  <Words>27</Words>
  <Application>Microsoft Office PowerPoint</Application>
  <PresentationFormat>Widescreen</PresentationFormat>
  <Paragraphs>6</Paragraphs>
  <Slides>1</Slides>
  <Notes>0</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vt:i4>
      </vt:variant>
    </vt:vector>
  </HeadingPairs>
  <TitlesOfParts>
    <vt:vector size="8" baseType="lpstr">
      <vt:lpstr>Arial</vt:lpstr>
      <vt:lpstr>Calibri</vt:lpstr>
      <vt:lpstr>Calibri Light</vt:lpstr>
      <vt:lpstr>Segoe UI</vt:lpstr>
      <vt:lpstr>Segoe UI Light</vt:lpstr>
      <vt:lpstr>Segoe UI Semibold</vt:lpstr>
      <vt:lpstr>Custom Design</vt:lpstr>
      <vt:lpstr>#Name of Power BI report#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Power BI</dc:creator>
  <cp:lastModifiedBy>Brian Butler</cp:lastModifiedBy>
  <cp:revision>4</cp:revision>
  <dcterms:created xsi:type="dcterms:W3CDTF">2016-09-04T11:54:55Z</dcterms:created>
  <dcterms:modified xsi:type="dcterms:W3CDTF">2020-11-25T15:29:01Z</dcterms:modified>
</cp:coreProperties>
</file>