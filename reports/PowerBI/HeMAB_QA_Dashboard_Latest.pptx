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4.xml" ContentType="application/vnd.openxmlformats-officedocument.presentationml.notesSlide+xml"/>
  <Override PartName="/ppt/slides/slide6.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Override PartName="/ppt/slides/slidea.xml" ContentType="application/vnd.openxmlformats-officedocument.presentationml.slide+xml"/>
  <Override PartName="/ppt/notesSlides/notesSlide9.xml" ContentType="application/vnd.openxmlformats-officedocument.presentationml.notesSlide+xml"/>
  <Override PartName="/ppt/slides/slideb.xml" ContentType="application/vnd.openxmlformats-officedocument.presentationml.slide+xml"/>
  <Override PartName="/ppt/notesSlides/notesSlidea.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 id="260" r:id="RelId3"/>
    <p:sldId id="261" r:id="RelId4"/>
    <p:sldId id="262" r:id="RelId5"/>
    <p:sldId id="263" r:id="RelId6"/>
    <p:sldId id="264" r:id="RelId7"/>
    <p:sldId id="265" r:id="RelId8"/>
    <p:sldId id="266" r:id="Rel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 Type="http://schemas.openxmlformats.org/officeDocument/2006/relationships/slide" Target="/ppt/slides/slide5.xml" Id="RelId3" /><Relationship Type="http://schemas.openxmlformats.org/officeDocument/2006/relationships/slide" Target="/ppt/slides/slide6.xml" Id="RelId4" /><Relationship Type="http://schemas.openxmlformats.org/officeDocument/2006/relationships/slide" Target="/ppt/slides/slide7.xml" Id="RelId5" /><Relationship Type="http://schemas.openxmlformats.org/officeDocument/2006/relationships/slide" Target="/ppt/slides/slide8.xml" Id="RelId6" /><Relationship Type="http://schemas.openxmlformats.org/officeDocument/2006/relationships/slide" Target="/ppt/slides/slide9.xml" Id="RelId7" /><Relationship Type="http://schemas.openxmlformats.org/officeDocument/2006/relationships/slide" Target="/ppt/slides/slidea.xml" Id="RelId8" /><Relationship Type="http://schemas.openxmlformats.org/officeDocument/2006/relationships/slide" Target="/ppt/slides/slideb.xml" Id="RelId9"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HH Members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Women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Who is the respondent?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Can the interview be conducted?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HH Members Interviewed in a HH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4.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Error Type </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Tool Sections</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5.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Woman as HoH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Response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6.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7.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Daily Data Sync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8.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Hospitals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Health Centers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CHPS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9.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Gender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Profession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Age Group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a.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9116246f-5efa-4baa-a841-cfd42419ed04?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ec08a31bfe0045ed" /><Relationship Type="http://schemas.openxmlformats.org/officeDocument/2006/relationships/slideLayout" Target="/ppt/slideLayouts/slideLayout8.xml" Id="R17e26f2cb6274c3b" /><Relationship Type="http://schemas.openxmlformats.org/officeDocument/2006/relationships/hyperlink" Target="https://app.powerbi.com/groups/me/reports/9116246f-5efa-4baa-a841-cfd42419ed04/?pbi_source=PowerPoint" TargetMode="External" Id="RelId0" /><Relationship Type="http://schemas.openxmlformats.org/officeDocument/2006/relationships/image" Target="/ppt/media/image4.png" Id="imgId46037428"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e7ce8d69c62f444f" /><Relationship Type="http://schemas.openxmlformats.org/officeDocument/2006/relationships/slideLayout" Target="/ppt/slideLayouts/slideLayout8.xml" Id="R65e77d59ea7b449e" /><Relationship Type="http://schemas.openxmlformats.org/officeDocument/2006/relationships/hyperlink" Target="https://app.powerbi.com/groups/me/reports/9116246f-5efa-4baa-a841-cfd42419ed04/?pbi_source=PowerPoint" TargetMode="External" Id="RelId1" /><Relationship Type="http://schemas.openxmlformats.org/officeDocument/2006/relationships/image" Target="/ppt/media/image5.png" Id="imgId46037430"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db0a1a1bc2aa485c" /><Relationship Type="http://schemas.openxmlformats.org/officeDocument/2006/relationships/slideLayout" Target="/ppt/slideLayouts/slideLayout8.xml" Id="R2a9f7e02d73146c8" /><Relationship Type="http://schemas.openxmlformats.org/officeDocument/2006/relationships/hyperlink" Target="https://app.powerbi.com/groups/me/reports/9116246f-5efa-4baa-a841-cfd42419ed04/?pbi_source=PowerPoint" TargetMode="External" Id="RelId2" /><Relationship Type="http://schemas.openxmlformats.org/officeDocument/2006/relationships/image" Target="/ppt/media/image6.png" Id="imgId46037431" /></Relationships>
</file>

<file path=ppt/slides/_rels/slide5.xml.rels>&#65279;<?xml version="1.0" encoding="utf-8"?><Relationships xmlns="http://schemas.openxmlformats.org/package/2006/relationships"><Relationship Type="http://schemas.openxmlformats.org/officeDocument/2006/relationships/notesSlide" Target="/ppt/notesSlides/notesSlide4.xml" Id="R25b837498c544736" /><Relationship Type="http://schemas.openxmlformats.org/officeDocument/2006/relationships/slideLayout" Target="/ppt/slideLayouts/slideLayout8.xml" Id="Ra9c358027c514446" /><Relationship Type="http://schemas.openxmlformats.org/officeDocument/2006/relationships/hyperlink" Target="https://app.powerbi.com/groups/me/reports/9116246f-5efa-4baa-a841-cfd42419ed04/?pbi_source=PowerPoint" TargetMode="External" Id="RelId3" /><Relationship Type="http://schemas.openxmlformats.org/officeDocument/2006/relationships/image" Target="/ppt/media/image7.png" Id="imgId46037432" /></Relationships>
</file>

<file path=ppt/slides/_rels/slide6.xml.rels>&#65279;<?xml version="1.0" encoding="utf-8"?><Relationships xmlns="http://schemas.openxmlformats.org/package/2006/relationships"><Relationship Type="http://schemas.openxmlformats.org/officeDocument/2006/relationships/notesSlide" Target="/ppt/notesSlides/notesSlide5.xml" Id="Rf5b2c75825404a6f" /><Relationship Type="http://schemas.openxmlformats.org/officeDocument/2006/relationships/slideLayout" Target="/ppt/slideLayouts/slideLayout8.xml" Id="Rd736e74436d04587" /><Relationship Type="http://schemas.openxmlformats.org/officeDocument/2006/relationships/hyperlink" Target="https://app.powerbi.com/groups/me/reports/9116246f-5efa-4baa-a841-cfd42419ed04/?pbi_source=PowerPoint" TargetMode="External" Id="RelId4" /><Relationship Type="http://schemas.openxmlformats.org/officeDocument/2006/relationships/image" Target="/ppt/media/image8.png" Id="imgId46037433" /></Relationships>
</file>

<file path=ppt/slides/_rels/slide7.xml.rels>&#65279;<?xml version="1.0" encoding="utf-8"?><Relationships xmlns="http://schemas.openxmlformats.org/package/2006/relationships"><Relationship Type="http://schemas.openxmlformats.org/officeDocument/2006/relationships/notesSlide" Target="/ppt/notesSlides/notesSlide6.xml" Id="Re1b802e4291e49c6" /><Relationship Type="http://schemas.openxmlformats.org/officeDocument/2006/relationships/slideLayout" Target="/ppt/slideLayouts/slideLayout8.xml" Id="R2706eb7b2bee46e4" /><Relationship Type="http://schemas.openxmlformats.org/officeDocument/2006/relationships/hyperlink" Target="https://app.powerbi.com/groups/me/reports/9116246f-5efa-4baa-a841-cfd42419ed04/?pbi_source=PowerPoint" TargetMode="External" Id="RelId5" /><Relationship Type="http://schemas.openxmlformats.org/officeDocument/2006/relationships/image" Target="/ppt/media/image9.png" Id="imgId46037434" /></Relationships>
</file>

<file path=ppt/slides/_rels/slide8.xml.rels>&#65279;<?xml version="1.0" encoding="utf-8"?><Relationships xmlns="http://schemas.openxmlformats.org/package/2006/relationships"><Relationship Type="http://schemas.openxmlformats.org/officeDocument/2006/relationships/notesSlide" Target="/ppt/notesSlides/notesSlide7.xml" Id="Rb6f9f0a0cb75423e" /><Relationship Type="http://schemas.openxmlformats.org/officeDocument/2006/relationships/slideLayout" Target="/ppt/slideLayouts/slideLayout8.xml" Id="R0892e5cc6cbb41f3" /><Relationship Type="http://schemas.openxmlformats.org/officeDocument/2006/relationships/hyperlink" Target="https://app.powerbi.com/groups/me/reports/9116246f-5efa-4baa-a841-cfd42419ed04/?pbi_source=PowerPoint" TargetMode="External" Id="RelId6" /><Relationship Type="http://schemas.openxmlformats.org/officeDocument/2006/relationships/image" Target="/ppt/media/imagea.png" Id="imgId46037435" /></Relationships>
</file>

<file path=ppt/slides/_rels/slide9.xml.rels>&#65279;<?xml version="1.0" encoding="utf-8"?><Relationships xmlns="http://schemas.openxmlformats.org/package/2006/relationships"><Relationship Type="http://schemas.openxmlformats.org/officeDocument/2006/relationships/notesSlide" Target="/ppt/notesSlides/notesSlide8.xml" Id="Raa8136b20aac4b5a" /><Relationship Type="http://schemas.openxmlformats.org/officeDocument/2006/relationships/slideLayout" Target="/ppt/slideLayouts/slideLayout8.xml" Id="R0ba96a0e067b4ec6" /><Relationship Type="http://schemas.openxmlformats.org/officeDocument/2006/relationships/hyperlink" Target="https://app.powerbi.com/groups/me/reports/9116246f-5efa-4baa-a841-cfd42419ed04/?pbi_source=PowerPoint" TargetMode="External" Id="RelId7" /><Relationship Type="http://schemas.openxmlformats.org/officeDocument/2006/relationships/image" Target="/ppt/media/imageb.png" Id="imgId46037436" /></Relationships>
</file>

<file path=ppt/slides/_rels/slidea.xml.rels>&#65279;<?xml version="1.0" encoding="utf-8"?><Relationships xmlns="http://schemas.openxmlformats.org/package/2006/relationships"><Relationship Type="http://schemas.openxmlformats.org/officeDocument/2006/relationships/notesSlide" Target="/ppt/notesSlides/notesSlide9.xml" Id="Rfaa19bea9f034945" /><Relationship Type="http://schemas.openxmlformats.org/officeDocument/2006/relationships/slideLayout" Target="/ppt/slideLayouts/slideLayout8.xml" Id="R12fa70f2a2bb4d8a" /><Relationship Type="http://schemas.openxmlformats.org/officeDocument/2006/relationships/hyperlink" Target="https://app.powerbi.com/groups/me/reports/9116246f-5efa-4baa-a841-cfd42419ed04/?pbi_source=PowerPoint" TargetMode="External" Id="RelId8" /><Relationship Type="http://schemas.openxmlformats.org/officeDocument/2006/relationships/image" Target="/ppt/media/imagec.png" Id="imgId46037437" /></Relationships>
</file>

<file path=ppt/slides/_rels/slideb.xml.rels>&#65279;<?xml version="1.0" encoding="utf-8"?><Relationships xmlns="http://schemas.openxmlformats.org/package/2006/relationships"><Relationship Type="http://schemas.openxmlformats.org/officeDocument/2006/relationships/notesSlide" Target="/ppt/notesSlides/notesSlidea.xml" Id="Rbbbfdbf23da14d5c" /><Relationship Type="http://schemas.openxmlformats.org/officeDocument/2006/relationships/slideLayout" Target="/ppt/slideLayouts/slideLayout8.xml" Id="R81047be062ac422a" /><Relationship Type="http://schemas.openxmlformats.org/officeDocument/2006/relationships/hyperlink" Target="https://app.powerbi.com/groups/me/reports/9116246f-5efa-4baa-a841-cfd42419ed04/?pbi_source=PowerPoint" TargetMode="External" Id="RelId9" /><Relationship Type="http://schemas.openxmlformats.org/officeDocument/2006/relationships/image" Target="/ppt/media/imaged.png" Id="imgId46037438"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GH-HeMAB</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1/26/2026 4:59:14 PM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1/26/2026 4:57:48 PM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HH Members Interviewed By FW as of Today ,actionButton ,card ,textbox ,textbox ,(Women Tool) Number of Women Interviewed By FW as of Today ,shape ,gauge ,Cumulative Interviews Conducted By Field Worker ,gauge ,Cumulative  Women Interviews Conducted By Field Worker ,card ,Cumulative HCWs Interviews Conducted By Field Worker ,card ,Cumulative HCWs Interviews By Type of Health Facility.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46037428"/>
          <a:stretch xmlns:a="http://schemas.openxmlformats.org/drawingml/2006/main">
            <a:fillRect/>
          </a:stretch>
        </p:blipFill>
        <p:spPr>
          <a:xfrm xmlns:a="http://schemas.openxmlformats.org/drawingml/2006/main">
            <a:off x="866775" y="0"/>
            <a:ext cx="104489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Daily Work Summary</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ho is the respondent? ,Can the interview be conducted? ,Interviews By Zones and Study Arm ,slicer ,slicer ,slicer ,Number of HH Members Interviewed in a HH ,textbox.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46037430"/>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HHmembers-Summary</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46037431"/>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a:t>
            </a:r>
          </a:p>
        </p:txBody>
      </p:sp>
    </p:spTree>
    <p:clrMapOvr>
      <a:masterClrMapping xmlns:a="http://schemas.openxmlformats.org/drawingml/2006/main"/>
    </p:clrMapOvr>
  </p:cSld>
</p:sld>
</file>

<file path=ppt/slides/slide5.xml><?xml version="1.0" encoding="utf-8"?>
<p:sld xmlns:p="http://schemas.openxmlformats.org/presentationml/2006/main">
  <p:cSld>
    <p:spTree>
      <p:nvGrpSpPr>
        <p:cNvPr id="1" name=""/>
        <p:cNvGrpSpPr/>
        <p:nvPr/>
      </p:nvGrpSpPr>
      <p:grpSpPr/>
      <p:pic>
        <p:nvPicPr>
          <p:cNvPr id="3" name="Picture" title="This slide contains the following visuals: slicer ,card ,slicer ,slicer ,card ,textbox ,textbox ,textbox ,Total Queries by Field Worker and Error Type  ,Total Queries by Field Worker and Tool Sections. Please refer to the notes on this slide for details">
            <a:hlinkClick xmlns:r="http://schemas.openxmlformats.org/officeDocument/2006/relationships" xmlns:a="http://schemas.openxmlformats.org/drawingml/2006/main" r:id="RelId3"/>
          </p:cNvPr>
          <p:cNvPicPr>
            <a:picLocks xmlns:a="http://schemas.openxmlformats.org/drawingml/2006/main" noChangeAspect="1"/>
          </p:cNvPicPr>
          <p:nvPr/>
        </p:nvPicPr>
        <p:blipFill>
          <a:blip xmlns:r="http://schemas.openxmlformats.org/officeDocument/2006/relationships" xmlns:a="http://schemas.openxmlformats.org/drawingml/2006/main" r:embed="imgId46037432"/>
          <a:stretch xmlns:a="http://schemas.openxmlformats.org/drawingml/2006/main">
            <a:fillRect/>
          </a:stretch>
        </p:blipFill>
        <p:spPr>
          <a:xfrm xmlns:a="http://schemas.openxmlformats.org/drawingml/2006/main">
            <a:off x="2571750" y="0"/>
            <a:ext cx="702945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 2</a:t>
            </a:r>
          </a:p>
        </p:txBody>
      </p:sp>
    </p:spTree>
    <p:clrMapOvr>
      <a:masterClrMapping xmlns:a="http://schemas.openxmlformats.org/drawingml/2006/main"/>
    </p:clrMapOvr>
  </p:cSld>
</p:sld>
</file>

<file path=ppt/slides/slide6.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oman as HoH ,Response Status ,Interviews By Zones and Study Arm ,slicer ,slicer ,slicer ,textbox. Please refer to the notes on this slide for details">
            <a:hlinkClick xmlns:r="http://schemas.openxmlformats.org/officeDocument/2006/relationships" xmlns:a="http://schemas.openxmlformats.org/drawingml/2006/main" r:id="RelId4"/>
          </p:cNvPr>
          <p:cNvPicPr>
            <a:picLocks xmlns:a="http://schemas.openxmlformats.org/drawingml/2006/main" noChangeAspect="1"/>
          </p:cNvPicPr>
          <p:nvPr/>
        </p:nvPicPr>
        <p:blipFill>
          <a:blip xmlns:r="http://schemas.openxmlformats.org/officeDocument/2006/relationships" xmlns:a="http://schemas.openxmlformats.org/drawingml/2006/main" r:embed="imgId46037433"/>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Women-Summary</a:t>
            </a:r>
          </a:p>
        </p:txBody>
      </p:sp>
    </p:spTree>
    <p:clrMapOvr>
      <a:masterClrMapping xmlns:a="http://schemas.openxmlformats.org/drawingml/2006/main"/>
    </p:clrMapOvr>
  </p:cSld>
</p:sld>
</file>

<file path=ppt/slides/slide7.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5"/>
          </p:cNvPr>
          <p:cNvPicPr>
            <a:picLocks xmlns:a="http://schemas.openxmlformats.org/drawingml/2006/main" noChangeAspect="1"/>
          </p:cNvPicPr>
          <p:nvPr/>
        </p:nvPicPr>
        <p:blipFill>
          <a:blip xmlns:r="http://schemas.openxmlformats.org/officeDocument/2006/relationships" xmlns:a="http://schemas.openxmlformats.org/drawingml/2006/main" r:embed="imgId46037434"/>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Women-Queries</a:t>
            </a:r>
          </a:p>
        </p:txBody>
      </p:sp>
    </p:spTree>
    <p:clrMapOvr>
      <a:masterClrMapping xmlns:a="http://schemas.openxmlformats.org/drawingml/2006/main"/>
    </p:clrMapOvr>
  </p:cSld>
</p:sld>
</file>

<file path=ppt/slides/slide8.xml><?xml version="1.0" encoding="utf-8"?>
<p:sld xmlns:p="http://schemas.openxmlformats.org/presentationml/2006/main">
  <p:cSld>
    <p:spTree>
      <p:nvGrpSpPr>
        <p:cNvPr id="1" name=""/>
        <p:cNvGrpSpPr/>
        <p:nvPr/>
      </p:nvGrpSpPr>
      <p:grpSpPr/>
      <p:pic>
        <p:nvPicPr>
          <p:cNvPr id="3" name="Picture" title="This slide contains the following visuals: card ,multiRowCard ,Interviews Conducted By Field Worker ,slicer ,slicer ,slicer ,Daily Data Sync status ,actionButton ,slicer ,card ,textbox ,textbox ,textbox. Please refer to the notes on this slide for details">
            <a:hlinkClick xmlns:r="http://schemas.openxmlformats.org/officeDocument/2006/relationships" xmlns:a="http://schemas.openxmlformats.org/drawingml/2006/main" r:id="RelId6"/>
          </p:cNvPr>
          <p:cNvPicPr>
            <a:picLocks xmlns:a="http://schemas.openxmlformats.org/drawingml/2006/main" noChangeAspect="1"/>
          </p:cNvPicPr>
          <p:nvPr/>
        </p:nvPicPr>
        <p:blipFill>
          <a:blip xmlns:r="http://schemas.openxmlformats.org/officeDocument/2006/relationships" xmlns:a="http://schemas.openxmlformats.org/drawingml/2006/main" r:embed="imgId46037435"/>
          <a:stretch xmlns:a="http://schemas.openxmlformats.org/drawingml/2006/main">
            <a:fillRect/>
          </a:stretch>
        </p:blipFill>
        <p:spPr>
          <a:xfrm xmlns:a="http://schemas.openxmlformats.org/drawingml/2006/main">
            <a:off x="161925" y="0"/>
            <a:ext cx="1185862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a:t>
            </a:r>
          </a:p>
        </p:txBody>
      </p:sp>
    </p:spTree>
    <p:clrMapOvr>
      <a:masterClrMapping xmlns:a="http://schemas.openxmlformats.org/drawingml/2006/main"/>
    </p:clrMapOvr>
  </p:cSld>
</p:sld>
</file>

<file path=ppt/slides/slide9.xml><?xml version="1.0" encoding="utf-8"?>
<p:sld xmlns:p="http://schemas.openxmlformats.org/presentationml/2006/main">
  <p:cSld>
    <p:spTree>
      <p:nvGrpSpPr>
        <p:cNvPr id="1" name=""/>
        <p:cNvGrpSpPr/>
        <p:nvPr/>
      </p:nvGrpSpPr>
      <p:grpSpPr/>
      <p:pic>
        <p:nvPicPr>
          <p:cNvPr id="3" name="Picture" title="This slide contains the following visuals: card ,multiRowCard ,Number of Participants Interviewed in Hospitals By Field Worker ,slicer ,slicer ,slicer ,slicer ,Number of Participants Interviewed in Health Centers By Field Worker ,Number of Participants Interviewed in CHPS By Field Worker ,HCWs Interviews By Type of Health Facility ,card ,textbox ,textbox ,textbox. Please refer to the notes on this slide for details">
            <a:hlinkClick xmlns:r="http://schemas.openxmlformats.org/officeDocument/2006/relationships" xmlns:a="http://schemas.openxmlformats.org/drawingml/2006/main" r:id="RelId7"/>
          </p:cNvPr>
          <p:cNvPicPr>
            <a:picLocks xmlns:a="http://schemas.openxmlformats.org/drawingml/2006/main" noChangeAspect="1"/>
          </p:cNvPicPr>
          <p:nvPr/>
        </p:nvPicPr>
        <p:blipFill>
          <a:blip xmlns:r="http://schemas.openxmlformats.org/officeDocument/2006/relationships" xmlns:a="http://schemas.openxmlformats.org/drawingml/2006/main" r:embed="imgId46037436"/>
          <a:stretch xmlns:a="http://schemas.openxmlformats.org/drawingml/2006/main">
            <a:fillRect/>
          </a:stretch>
        </p:blipFill>
        <p:spPr>
          <a:xfrm xmlns:a="http://schemas.openxmlformats.org/drawingml/2006/main">
            <a:off x="3457575" y="0"/>
            <a:ext cx="525780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 2</a:t>
            </a:r>
          </a:p>
        </p:txBody>
      </p:sp>
    </p:spTree>
    <p:clrMapOvr>
      <a:masterClrMapping xmlns:a="http://schemas.openxmlformats.org/drawingml/2006/main"/>
    </p:clrMapOvr>
  </p:cSld>
</p:sld>
</file>

<file path=ppt/slides/slidea.xml><?xml version="1.0" encoding="utf-8"?>
<p:sld xmlns:p="http://schemas.openxmlformats.org/presentationml/2006/main">
  <p:cSld>
    <p:spTree>
      <p:nvGrpSpPr>
        <p:cNvPr id="1" name=""/>
        <p:cNvGrpSpPr/>
        <p:nvPr/>
      </p:nvGrpSpPr>
      <p:grpSpPr/>
      <p:pic>
        <p:nvPicPr>
          <p:cNvPr id="3" name="Picture" title="This slide contains the following visuals: Total HCWs Interviewed By Facility ,slicer ,slicer ,slicer ,Gender Distribution ,Profession Distribution ,Age Group Distribution ,slicer ,card ,textbox ,textbox ,Total HCWs Interviewed By Facility ,textbox. Please refer to the notes on this slide for details">
            <a:hlinkClick xmlns:r="http://schemas.openxmlformats.org/officeDocument/2006/relationships" xmlns:a="http://schemas.openxmlformats.org/drawingml/2006/main" r:id="RelId8"/>
          </p:cNvPr>
          <p:cNvPicPr>
            <a:picLocks xmlns:a="http://schemas.openxmlformats.org/drawingml/2006/main" noChangeAspect="1"/>
          </p:cNvPicPr>
          <p:nvPr/>
        </p:nvPicPr>
        <p:blipFill>
          <a:blip xmlns:r="http://schemas.openxmlformats.org/officeDocument/2006/relationships" xmlns:a="http://schemas.openxmlformats.org/drawingml/2006/main" r:embed="imgId46037437"/>
          <a:stretch xmlns:a="http://schemas.openxmlformats.org/drawingml/2006/main">
            <a:fillRect/>
          </a:stretch>
        </p:blipFill>
        <p:spPr>
          <a:xfrm xmlns:a="http://schemas.openxmlformats.org/drawingml/2006/main">
            <a:off x="2066925" y="0"/>
            <a:ext cx="80486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HW-Epid</a:t>
            </a:r>
          </a:p>
        </p:txBody>
      </p:sp>
    </p:spTree>
    <p:clrMapOvr>
      <a:masterClrMapping xmlns:a="http://schemas.openxmlformats.org/drawingml/2006/main"/>
    </p:clrMapOvr>
  </p:cSld>
</p:sld>
</file>

<file path=ppt/slides/slideb.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9"/>
          </p:cNvPr>
          <p:cNvPicPr>
            <a:picLocks xmlns:a="http://schemas.openxmlformats.org/drawingml/2006/main" noChangeAspect="1"/>
          </p:cNvPicPr>
          <p:nvPr/>
        </p:nvPicPr>
        <p:blipFill>
          <a:blip xmlns:r="http://schemas.openxmlformats.org/officeDocument/2006/relationships" xmlns:a="http://schemas.openxmlformats.org/drawingml/2006/main" r:embed="imgId46037438"/>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HW-Queries</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