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4612d5f4307a4d0f" /><Relationship Type="http://schemas.openxmlformats.org/officeDocument/2006/relationships/slideLayout" Target="/ppt/slideLayouts/slideLayout8.xml" Id="Rdb519fabc8054d07"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329422"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74602115b1ee47a2" /><Relationship Type="http://schemas.openxmlformats.org/officeDocument/2006/relationships/slideLayout" Target="/ppt/slideLayouts/slideLayout8.xml" Id="R250d4af4149a4ae6"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329424"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183c60ae257a40bf" /><Relationship Type="http://schemas.openxmlformats.org/officeDocument/2006/relationships/slideLayout" Target="/ppt/slideLayouts/slideLayout8.xml" Id="R51c8f8a67971473e"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329425"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e8f436f417e5464a" /><Relationship Type="http://schemas.openxmlformats.org/officeDocument/2006/relationships/slideLayout" Target="/ppt/slideLayouts/slideLayout8.xml" Id="R3e3a8bc8313c4ea5"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329426"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9706a8a6463048da" /><Relationship Type="http://schemas.openxmlformats.org/officeDocument/2006/relationships/slideLayout" Target="/ppt/slideLayouts/slideLayout8.xml" Id="Re4fe5ec098d04913"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329427"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b7cecee7098f4027" /><Relationship Type="http://schemas.openxmlformats.org/officeDocument/2006/relationships/slideLayout" Target="/ppt/slideLayouts/slideLayout8.xml" Id="Rdf6ad2a6b1844afe"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329428"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51b4d2104a054a3b" /><Relationship Type="http://schemas.openxmlformats.org/officeDocument/2006/relationships/slideLayout" Target="/ppt/slideLayouts/slideLayout8.xml" Id="R93d14a5ae4a846be"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329429"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5de4d43779d34aeb" /><Relationship Type="http://schemas.openxmlformats.org/officeDocument/2006/relationships/slideLayout" Target="/ppt/slideLayouts/slideLayout8.xml" Id="R3f974325812c447e"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329430"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9fedac2885194b75" /><Relationship Type="http://schemas.openxmlformats.org/officeDocument/2006/relationships/slideLayout" Target="/ppt/slideLayouts/slideLayout8.xml" Id="Racf32157c7574061"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329431"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5ca8086b7b0d45ba" /><Relationship Type="http://schemas.openxmlformats.org/officeDocument/2006/relationships/slideLayout" Target="/ppt/slideLayouts/slideLayout8.xml" Id="R2a9c0bba20d142b5"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329432"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12/14/2025 12:07:42 AM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12/14/2025 12:06:48 AM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329422"/>
          <a:stretch xmlns:a="http://schemas.openxmlformats.org/drawingml/2006/main">
            <a:fillRect/>
          </a:stretch>
        </p:blipFill>
        <p:spPr>
          <a:xfrm xmlns:a="http://schemas.openxmlformats.org/drawingml/2006/main">
            <a:off x="2343150" y="0"/>
            <a:ext cx="749617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329424"/>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329425"/>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329426"/>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329427"/>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329428"/>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329429"/>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329430"/>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329431"/>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329432"/>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